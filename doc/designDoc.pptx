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0" d="100"/>
          <a:sy n="110" d="100"/>
        </p:scale>
        <p:origin x="228" y="-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6999315-E8CB-4127-BC52-533BC874DE37}" type="doc">
      <dgm:prSet loTypeId="urn:microsoft.com/office/officeart/2005/8/layout/pyramid1" loCatId="pyramid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5989E69F-10EA-4863-A904-FE527092000D}">
      <dgm:prSet phldrT="[Text]" phldr="0"/>
      <dgm:spPr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F0C4066A-311F-4388-A51E-76B0E02C0284}" type="parTrans" cxnId="{89A3A1A3-9D33-4943-8FF0-FFCA0D4F93D4}">
      <dgm:prSet/>
      <dgm:spPr/>
      <dgm:t>
        <a:bodyPr/>
        <a:lstStyle/>
        <a:p>
          <a:endParaRPr lang="en-SG"/>
        </a:p>
      </dgm:t>
    </dgm:pt>
    <dgm:pt modelId="{D15EE51A-04B1-4CEB-B3E8-5DEC47DD9D1F}" type="sibTrans" cxnId="{89A3A1A3-9D33-4943-8FF0-FFCA0D4F93D4}">
      <dgm:prSet/>
      <dgm:spPr/>
      <dgm:t>
        <a:bodyPr/>
        <a:lstStyle/>
        <a:p>
          <a:endParaRPr lang="en-SG"/>
        </a:p>
      </dgm:t>
    </dgm:pt>
    <dgm:pt modelId="{094DA1E3-9BEB-4600-8898-A0B1BEF7783A}">
      <dgm:prSet phldrT="[Text]" phldr="0"/>
      <dgm:spPr>
        <a:solidFill>
          <a:srgbClr val="7030A0"/>
        </a:solidFill>
        <a:ln>
          <a:noFill/>
        </a:ln>
      </dgm:spPr>
      <dgm:t>
        <a:bodyPr/>
        <a:lstStyle/>
        <a:p>
          <a:r>
            <a:rPr lang="en-US" dirty="0"/>
            <a:t> </a:t>
          </a:r>
          <a:endParaRPr lang="en-SG" dirty="0"/>
        </a:p>
      </dgm:t>
    </dgm:pt>
    <dgm:pt modelId="{4EE02993-E0CB-4DFC-B6D9-282CE3F6AFA3}" type="parTrans" cxnId="{756853E8-87B8-4A48-BD6D-554663576A3D}">
      <dgm:prSet/>
      <dgm:spPr/>
      <dgm:t>
        <a:bodyPr/>
        <a:lstStyle/>
        <a:p>
          <a:endParaRPr lang="en-SG"/>
        </a:p>
      </dgm:t>
    </dgm:pt>
    <dgm:pt modelId="{9E079F3A-C9EC-485F-A526-2AB2806E4418}" type="sibTrans" cxnId="{756853E8-87B8-4A48-BD6D-554663576A3D}">
      <dgm:prSet/>
      <dgm:spPr/>
      <dgm:t>
        <a:bodyPr/>
        <a:lstStyle/>
        <a:p>
          <a:endParaRPr lang="en-SG"/>
        </a:p>
      </dgm:t>
    </dgm:pt>
    <dgm:pt modelId="{6AFF597E-44CC-4480-A370-2228DF72227E}">
      <dgm:prSet phldrT="[Text]" phldr="0"/>
      <dgm:spPr>
        <a:solidFill>
          <a:schemeClr val="accent2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1890E926-5E05-4F80-992F-97AAAC191A51}" type="parTrans" cxnId="{FCE2036F-AB80-4D14-B553-38C9D2155447}">
      <dgm:prSet/>
      <dgm:spPr/>
      <dgm:t>
        <a:bodyPr/>
        <a:lstStyle/>
        <a:p>
          <a:endParaRPr lang="en-SG"/>
        </a:p>
      </dgm:t>
    </dgm:pt>
    <dgm:pt modelId="{2F4BD46D-954B-4619-A60E-9DF5DF3D99CD}" type="sibTrans" cxnId="{FCE2036F-AB80-4D14-B553-38C9D2155447}">
      <dgm:prSet/>
      <dgm:spPr/>
      <dgm:t>
        <a:bodyPr/>
        <a:lstStyle/>
        <a:p>
          <a:endParaRPr lang="en-SG"/>
        </a:p>
      </dgm:t>
    </dgm:pt>
    <dgm:pt modelId="{D421BBAA-CCFB-4819-AF4B-7A1880C66D97}">
      <dgm:prSet phldrT="[Text]" phldr="0"/>
      <dgm:spPr>
        <a:solidFill>
          <a:srgbClr val="FFC000"/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74013A1D-59FD-40D3-BD16-344F341AAB97}" type="parTrans" cxnId="{3603FD50-6799-43E9-9BD7-A67EE29BF808}">
      <dgm:prSet/>
      <dgm:spPr/>
      <dgm:t>
        <a:bodyPr/>
        <a:lstStyle/>
        <a:p>
          <a:endParaRPr lang="en-SG"/>
        </a:p>
      </dgm:t>
    </dgm:pt>
    <dgm:pt modelId="{5707FDDC-DB1B-4501-9C4E-08B3331A30B3}" type="sibTrans" cxnId="{3603FD50-6799-43E9-9BD7-A67EE29BF808}">
      <dgm:prSet/>
      <dgm:spPr/>
      <dgm:t>
        <a:bodyPr/>
        <a:lstStyle/>
        <a:p>
          <a:endParaRPr lang="en-SG"/>
        </a:p>
      </dgm:t>
    </dgm:pt>
    <dgm:pt modelId="{C4868369-38EF-47FD-9623-86B4E3E53A8E}">
      <dgm:prSet phldrT="[Text]" phldr="0"/>
      <dgm:spPr>
        <a:solidFill>
          <a:schemeClr val="accent6">
            <a:lumMod val="75000"/>
          </a:schemeClr>
        </a:solidFill>
        <a:ln>
          <a:noFill/>
        </a:ln>
      </dgm:spPr>
      <dgm:t>
        <a:bodyPr/>
        <a:lstStyle/>
        <a:p>
          <a:endParaRPr lang="en-SG" dirty="0"/>
        </a:p>
      </dgm:t>
    </dgm:pt>
    <dgm:pt modelId="{EEB2445C-30BC-4536-835D-4D647FC848B2}" type="parTrans" cxnId="{514D5951-8375-4AF4-BBB2-FBB53507965C}">
      <dgm:prSet/>
      <dgm:spPr/>
      <dgm:t>
        <a:bodyPr/>
        <a:lstStyle/>
        <a:p>
          <a:endParaRPr lang="en-SG"/>
        </a:p>
      </dgm:t>
    </dgm:pt>
    <dgm:pt modelId="{EBC09E0C-1D02-4CC0-8949-20CCFDD211F9}" type="sibTrans" cxnId="{514D5951-8375-4AF4-BBB2-FBB53507965C}">
      <dgm:prSet/>
      <dgm:spPr/>
      <dgm:t>
        <a:bodyPr/>
        <a:lstStyle/>
        <a:p>
          <a:endParaRPr lang="en-SG"/>
        </a:p>
      </dgm:t>
    </dgm:pt>
    <dgm:pt modelId="{D7FC2E5E-3E17-450D-A879-8A57B65A9FEC}" type="pres">
      <dgm:prSet presAssocID="{96999315-E8CB-4127-BC52-533BC874DE37}" presName="Name0" presStyleCnt="0">
        <dgm:presLayoutVars>
          <dgm:dir/>
          <dgm:animLvl val="lvl"/>
          <dgm:resizeHandles val="exact"/>
        </dgm:presLayoutVars>
      </dgm:prSet>
      <dgm:spPr/>
    </dgm:pt>
    <dgm:pt modelId="{9BBE380E-DB0E-4283-8EC1-25C115D3BC2B}" type="pres">
      <dgm:prSet presAssocID="{5989E69F-10EA-4863-A904-FE527092000D}" presName="Name8" presStyleCnt="0"/>
      <dgm:spPr/>
    </dgm:pt>
    <dgm:pt modelId="{CCA45510-C3E4-4395-BD45-C7AB0E24FC02}" type="pres">
      <dgm:prSet presAssocID="{5989E69F-10EA-4863-A904-FE527092000D}" presName="level" presStyleLbl="node1" presStyleIdx="0" presStyleCnt="5">
        <dgm:presLayoutVars>
          <dgm:chMax val="1"/>
          <dgm:bulletEnabled val="1"/>
        </dgm:presLayoutVars>
      </dgm:prSet>
      <dgm:spPr/>
    </dgm:pt>
    <dgm:pt modelId="{0DA0DD48-2D58-402A-854D-050EBB52AE36}" type="pres">
      <dgm:prSet presAssocID="{5989E69F-10EA-4863-A904-FE527092000D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62AFA8E7-9E52-45BE-98D0-7DDA9466AF1F}" type="pres">
      <dgm:prSet presAssocID="{094DA1E3-9BEB-4600-8898-A0B1BEF7783A}" presName="Name8" presStyleCnt="0"/>
      <dgm:spPr/>
    </dgm:pt>
    <dgm:pt modelId="{B61D9695-72D8-4E85-8C0A-CD92B827F221}" type="pres">
      <dgm:prSet presAssocID="{094DA1E3-9BEB-4600-8898-A0B1BEF7783A}" presName="level" presStyleLbl="node1" presStyleIdx="1" presStyleCnt="5">
        <dgm:presLayoutVars>
          <dgm:chMax val="1"/>
          <dgm:bulletEnabled val="1"/>
        </dgm:presLayoutVars>
      </dgm:prSet>
      <dgm:spPr/>
    </dgm:pt>
    <dgm:pt modelId="{91272044-B144-46C6-93C5-D65DE7C819BD}" type="pres">
      <dgm:prSet presAssocID="{094DA1E3-9BEB-4600-8898-A0B1BEF7783A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C6C02FB-5859-42C9-9DF2-C4FEDAC1400B}" type="pres">
      <dgm:prSet presAssocID="{6AFF597E-44CC-4480-A370-2228DF72227E}" presName="Name8" presStyleCnt="0"/>
      <dgm:spPr/>
    </dgm:pt>
    <dgm:pt modelId="{6C9B9124-607A-4B1A-A08B-83B7F9E3C015}" type="pres">
      <dgm:prSet presAssocID="{6AFF597E-44CC-4480-A370-2228DF72227E}" presName="level" presStyleLbl="node1" presStyleIdx="2" presStyleCnt="5">
        <dgm:presLayoutVars>
          <dgm:chMax val="1"/>
          <dgm:bulletEnabled val="1"/>
        </dgm:presLayoutVars>
      </dgm:prSet>
      <dgm:spPr/>
    </dgm:pt>
    <dgm:pt modelId="{246C353D-7901-45E3-8689-6B10E02A18F3}" type="pres">
      <dgm:prSet presAssocID="{6AFF597E-44CC-4480-A370-2228DF72227E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F7B0214A-750E-4650-9E87-374EAD99DC5C}" type="pres">
      <dgm:prSet presAssocID="{D421BBAA-CCFB-4819-AF4B-7A1880C66D97}" presName="Name8" presStyleCnt="0"/>
      <dgm:spPr/>
    </dgm:pt>
    <dgm:pt modelId="{C0DCB391-9B69-4603-98F9-C88BAAD5D1AB}" type="pres">
      <dgm:prSet presAssocID="{D421BBAA-CCFB-4819-AF4B-7A1880C66D97}" presName="level" presStyleLbl="node1" presStyleIdx="3" presStyleCnt="5">
        <dgm:presLayoutVars>
          <dgm:chMax val="1"/>
          <dgm:bulletEnabled val="1"/>
        </dgm:presLayoutVars>
      </dgm:prSet>
      <dgm:spPr/>
    </dgm:pt>
    <dgm:pt modelId="{71417754-C297-4D8D-85F4-E9AC8B14A2B8}" type="pres">
      <dgm:prSet presAssocID="{D421BBAA-CCFB-4819-AF4B-7A1880C66D97}" presName="levelTx" presStyleLbl="revTx" presStyleIdx="0" presStyleCnt="0">
        <dgm:presLayoutVars>
          <dgm:chMax val="1"/>
          <dgm:bulletEnabled val="1"/>
        </dgm:presLayoutVars>
      </dgm:prSet>
      <dgm:spPr/>
    </dgm:pt>
    <dgm:pt modelId="{357431BD-2EF3-4087-944B-6B77E76D964D}" type="pres">
      <dgm:prSet presAssocID="{C4868369-38EF-47FD-9623-86B4E3E53A8E}" presName="Name8" presStyleCnt="0"/>
      <dgm:spPr/>
    </dgm:pt>
    <dgm:pt modelId="{E9647741-A0D1-436A-BA52-D3EE205182D1}" type="pres">
      <dgm:prSet presAssocID="{C4868369-38EF-47FD-9623-86B4E3E53A8E}" presName="level" presStyleLbl="node1" presStyleIdx="4" presStyleCnt="5">
        <dgm:presLayoutVars>
          <dgm:chMax val="1"/>
          <dgm:bulletEnabled val="1"/>
        </dgm:presLayoutVars>
      </dgm:prSet>
      <dgm:spPr/>
    </dgm:pt>
    <dgm:pt modelId="{D09A2DE1-3554-4023-BCC3-B748DEFA660F}" type="pres">
      <dgm:prSet presAssocID="{C4868369-38EF-47FD-9623-86B4E3E53A8E}" presName="levelTx" presStyleLbl="revTx" presStyleIdx="0" presStyleCnt="0">
        <dgm:presLayoutVars>
          <dgm:chMax val="1"/>
          <dgm:bulletEnabled val="1"/>
        </dgm:presLayoutVars>
      </dgm:prSet>
      <dgm:spPr/>
    </dgm:pt>
  </dgm:ptLst>
  <dgm:cxnLst>
    <dgm:cxn modelId="{EF584D09-401A-484D-A58D-6DBBDB416E28}" type="presOf" srcId="{094DA1E3-9BEB-4600-8898-A0B1BEF7783A}" destId="{B61D9695-72D8-4E85-8C0A-CD92B827F221}" srcOrd="0" destOrd="0" presId="urn:microsoft.com/office/officeart/2005/8/layout/pyramid1"/>
    <dgm:cxn modelId="{02F8283E-5C02-4BD9-BC8A-93B2EA3BD192}" type="presOf" srcId="{094DA1E3-9BEB-4600-8898-A0B1BEF7783A}" destId="{91272044-B144-46C6-93C5-D65DE7C819BD}" srcOrd="1" destOrd="0" presId="urn:microsoft.com/office/officeart/2005/8/layout/pyramid1"/>
    <dgm:cxn modelId="{8B6F006C-3BC6-4615-8FD1-065E2B10C020}" type="presOf" srcId="{D421BBAA-CCFB-4819-AF4B-7A1880C66D97}" destId="{71417754-C297-4D8D-85F4-E9AC8B14A2B8}" srcOrd="1" destOrd="0" presId="urn:microsoft.com/office/officeart/2005/8/layout/pyramid1"/>
    <dgm:cxn modelId="{C0C8D66D-74DC-47E8-B767-547AEE3D9808}" type="presOf" srcId="{6AFF597E-44CC-4480-A370-2228DF72227E}" destId="{6C9B9124-607A-4B1A-A08B-83B7F9E3C015}" srcOrd="0" destOrd="0" presId="urn:microsoft.com/office/officeart/2005/8/layout/pyramid1"/>
    <dgm:cxn modelId="{FCE2036F-AB80-4D14-B553-38C9D2155447}" srcId="{96999315-E8CB-4127-BC52-533BC874DE37}" destId="{6AFF597E-44CC-4480-A370-2228DF72227E}" srcOrd="2" destOrd="0" parTransId="{1890E926-5E05-4F80-992F-97AAAC191A51}" sibTransId="{2F4BD46D-954B-4619-A60E-9DF5DF3D99CD}"/>
    <dgm:cxn modelId="{453BFB50-3745-46A2-856C-2F87FFBAC71E}" type="presOf" srcId="{6AFF597E-44CC-4480-A370-2228DF72227E}" destId="{246C353D-7901-45E3-8689-6B10E02A18F3}" srcOrd="1" destOrd="0" presId="urn:microsoft.com/office/officeart/2005/8/layout/pyramid1"/>
    <dgm:cxn modelId="{3603FD50-6799-43E9-9BD7-A67EE29BF808}" srcId="{96999315-E8CB-4127-BC52-533BC874DE37}" destId="{D421BBAA-CCFB-4819-AF4B-7A1880C66D97}" srcOrd="3" destOrd="0" parTransId="{74013A1D-59FD-40D3-BD16-344F341AAB97}" sibTransId="{5707FDDC-DB1B-4501-9C4E-08B3331A30B3}"/>
    <dgm:cxn modelId="{514D5951-8375-4AF4-BBB2-FBB53507965C}" srcId="{96999315-E8CB-4127-BC52-533BC874DE37}" destId="{C4868369-38EF-47FD-9623-86B4E3E53A8E}" srcOrd="4" destOrd="0" parTransId="{EEB2445C-30BC-4536-835D-4D647FC848B2}" sibTransId="{EBC09E0C-1D02-4CC0-8949-20CCFDD211F9}"/>
    <dgm:cxn modelId="{23556957-5D1F-4AC5-AC60-AAC285D4ECDE}" type="presOf" srcId="{96999315-E8CB-4127-BC52-533BC874DE37}" destId="{D7FC2E5E-3E17-450D-A879-8A57B65A9FEC}" srcOrd="0" destOrd="0" presId="urn:microsoft.com/office/officeart/2005/8/layout/pyramid1"/>
    <dgm:cxn modelId="{76D3DE82-1839-45DC-8B11-88A0354911A1}" type="presOf" srcId="{5989E69F-10EA-4863-A904-FE527092000D}" destId="{0DA0DD48-2D58-402A-854D-050EBB52AE36}" srcOrd="1" destOrd="0" presId="urn:microsoft.com/office/officeart/2005/8/layout/pyramid1"/>
    <dgm:cxn modelId="{89A3A1A3-9D33-4943-8FF0-FFCA0D4F93D4}" srcId="{96999315-E8CB-4127-BC52-533BC874DE37}" destId="{5989E69F-10EA-4863-A904-FE527092000D}" srcOrd="0" destOrd="0" parTransId="{F0C4066A-311F-4388-A51E-76B0E02C0284}" sibTransId="{D15EE51A-04B1-4CEB-B3E8-5DEC47DD9D1F}"/>
    <dgm:cxn modelId="{5CECA7BA-326D-4602-876B-1DE58D021E44}" type="presOf" srcId="{C4868369-38EF-47FD-9623-86B4E3E53A8E}" destId="{D09A2DE1-3554-4023-BCC3-B748DEFA660F}" srcOrd="1" destOrd="0" presId="urn:microsoft.com/office/officeart/2005/8/layout/pyramid1"/>
    <dgm:cxn modelId="{D74F26C6-8D01-4CD3-9FE5-10CCBBFC6B37}" type="presOf" srcId="{5989E69F-10EA-4863-A904-FE527092000D}" destId="{CCA45510-C3E4-4395-BD45-C7AB0E24FC02}" srcOrd="0" destOrd="0" presId="urn:microsoft.com/office/officeart/2005/8/layout/pyramid1"/>
    <dgm:cxn modelId="{BF1F22CE-DF90-431F-8DCB-290C7D52BE28}" type="presOf" srcId="{C4868369-38EF-47FD-9623-86B4E3E53A8E}" destId="{E9647741-A0D1-436A-BA52-D3EE205182D1}" srcOrd="0" destOrd="0" presId="urn:microsoft.com/office/officeart/2005/8/layout/pyramid1"/>
    <dgm:cxn modelId="{11FC6CDB-685A-41A0-8DB5-B81246A40710}" type="presOf" srcId="{D421BBAA-CCFB-4819-AF4B-7A1880C66D97}" destId="{C0DCB391-9B69-4603-98F9-C88BAAD5D1AB}" srcOrd="0" destOrd="0" presId="urn:microsoft.com/office/officeart/2005/8/layout/pyramid1"/>
    <dgm:cxn modelId="{756853E8-87B8-4A48-BD6D-554663576A3D}" srcId="{96999315-E8CB-4127-BC52-533BC874DE37}" destId="{094DA1E3-9BEB-4600-8898-A0B1BEF7783A}" srcOrd="1" destOrd="0" parTransId="{4EE02993-E0CB-4DFC-B6D9-282CE3F6AFA3}" sibTransId="{9E079F3A-C9EC-485F-A526-2AB2806E4418}"/>
    <dgm:cxn modelId="{AF0626FF-E7FE-4882-9A78-2CF407469218}" type="presParOf" srcId="{D7FC2E5E-3E17-450D-A879-8A57B65A9FEC}" destId="{9BBE380E-DB0E-4283-8EC1-25C115D3BC2B}" srcOrd="0" destOrd="0" presId="urn:microsoft.com/office/officeart/2005/8/layout/pyramid1"/>
    <dgm:cxn modelId="{B23D9298-8676-46B7-9CB0-82F180812B69}" type="presParOf" srcId="{9BBE380E-DB0E-4283-8EC1-25C115D3BC2B}" destId="{CCA45510-C3E4-4395-BD45-C7AB0E24FC02}" srcOrd="0" destOrd="0" presId="urn:microsoft.com/office/officeart/2005/8/layout/pyramid1"/>
    <dgm:cxn modelId="{08DC4901-3033-4585-93D1-EDB9F82B4ED9}" type="presParOf" srcId="{9BBE380E-DB0E-4283-8EC1-25C115D3BC2B}" destId="{0DA0DD48-2D58-402A-854D-050EBB52AE36}" srcOrd="1" destOrd="0" presId="urn:microsoft.com/office/officeart/2005/8/layout/pyramid1"/>
    <dgm:cxn modelId="{730915A4-5B54-45A6-9315-BA2197835786}" type="presParOf" srcId="{D7FC2E5E-3E17-450D-A879-8A57B65A9FEC}" destId="{62AFA8E7-9E52-45BE-98D0-7DDA9466AF1F}" srcOrd="1" destOrd="0" presId="urn:microsoft.com/office/officeart/2005/8/layout/pyramid1"/>
    <dgm:cxn modelId="{1CD8B9DA-2443-4CA4-A6AD-EC2C2FF02B3A}" type="presParOf" srcId="{62AFA8E7-9E52-45BE-98D0-7DDA9466AF1F}" destId="{B61D9695-72D8-4E85-8C0A-CD92B827F221}" srcOrd="0" destOrd="0" presId="urn:microsoft.com/office/officeart/2005/8/layout/pyramid1"/>
    <dgm:cxn modelId="{3146513E-BD5E-4487-8C0F-45F4D1517C61}" type="presParOf" srcId="{62AFA8E7-9E52-45BE-98D0-7DDA9466AF1F}" destId="{91272044-B144-46C6-93C5-D65DE7C819BD}" srcOrd="1" destOrd="0" presId="urn:microsoft.com/office/officeart/2005/8/layout/pyramid1"/>
    <dgm:cxn modelId="{F983DB15-6A33-4699-97A8-CDF3E0C2A3BE}" type="presParOf" srcId="{D7FC2E5E-3E17-450D-A879-8A57B65A9FEC}" destId="{3C6C02FB-5859-42C9-9DF2-C4FEDAC1400B}" srcOrd="2" destOrd="0" presId="urn:microsoft.com/office/officeart/2005/8/layout/pyramid1"/>
    <dgm:cxn modelId="{C76FD1CD-B23B-4BF6-9ED2-EFE5A49D202F}" type="presParOf" srcId="{3C6C02FB-5859-42C9-9DF2-C4FEDAC1400B}" destId="{6C9B9124-607A-4B1A-A08B-83B7F9E3C015}" srcOrd="0" destOrd="0" presId="urn:microsoft.com/office/officeart/2005/8/layout/pyramid1"/>
    <dgm:cxn modelId="{A684D17F-4248-4D21-A6A0-3FB048247ADB}" type="presParOf" srcId="{3C6C02FB-5859-42C9-9DF2-C4FEDAC1400B}" destId="{246C353D-7901-45E3-8689-6B10E02A18F3}" srcOrd="1" destOrd="0" presId="urn:microsoft.com/office/officeart/2005/8/layout/pyramid1"/>
    <dgm:cxn modelId="{9D20DD92-ACBB-483A-9CC0-0AA439254B00}" type="presParOf" srcId="{D7FC2E5E-3E17-450D-A879-8A57B65A9FEC}" destId="{F7B0214A-750E-4650-9E87-374EAD99DC5C}" srcOrd="3" destOrd="0" presId="urn:microsoft.com/office/officeart/2005/8/layout/pyramid1"/>
    <dgm:cxn modelId="{9D0284F7-9F8A-4F1E-B483-BF1ACCE77BE4}" type="presParOf" srcId="{F7B0214A-750E-4650-9E87-374EAD99DC5C}" destId="{C0DCB391-9B69-4603-98F9-C88BAAD5D1AB}" srcOrd="0" destOrd="0" presId="urn:microsoft.com/office/officeart/2005/8/layout/pyramid1"/>
    <dgm:cxn modelId="{C1794227-437E-40F6-AC21-CFB5954FCDC2}" type="presParOf" srcId="{F7B0214A-750E-4650-9E87-374EAD99DC5C}" destId="{71417754-C297-4D8D-85F4-E9AC8B14A2B8}" srcOrd="1" destOrd="0" presId="urn:microsoft.com/office/officeart/2005/8/layout/pyramid1"/>
    <dgm:cxn modelId="{AF8F472A-FF13-4AEA-8143-20C050BE235A}" type="presParOf" srcId="{D7FC2E5E-3E17-450D-A879-8A57B65A9FEC}" destId="{357431BD-2EF3-4087-944B-6B77E76D964D}" srcOrd="4" destOrd="0" presId="urn:microsoft.com/office/officeart/2005/8/layout/pyramid1"/>
    <dgm:cxn modelId="{FB25A9A1-5B08-4BEF-9EF6-56D8F8C2C1E4}" type="presParOf" srcId="{357431BD-2EF3-4087-944B-6B77E76D964D}" destId="{E9647741-A0D1-436A-BA52-D3EE205182D1}" srcOrd="0" destOrd="0" presId="urn:microsoft.com/office/officeart/2005/8/layout/pyramid1"/>
    <dgm:cxn modelId="{F46B7DB8-C0E1-43C1-AEBD-59A01947F048}" type="presParOf" srcId="{357431BD-2EF3-4087-944B-6B77E76D964D}" destId="{D09A2DE1-3554-4023-BCC3-B748DEFA660F}" srcOrd="1" destOrd="0" presId="urn:microsoft.com/office/officeart/2005/8/layout/pyramid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A45510-C3E4-4395-BD45-C7AB0E24FC02}">
      <dsp:nvSpPr>
        <dsp:cNvPr id="0" name=""/>
        <dsp:cNvSpPr/>
      </dsp:nvSpPr>
      <dsp:spPr>
        <a:xfrm>
          <a:off x="2743414" y="0"/>
          <a:ext cx="1371707" cy="962009"/>
        </a:xfrm>
        <a:prstGeom prst="trapezoid">
          <a:avLst>
            <a:gd name="adj" fmla="val 71294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743414" y="0"/>
        <a:ext cx="1371707" cy="962009"/>
      </dsp:txXfrm>
    </dsp:sp>
    <dsp:sp modelId="{B61D9695-72D8-4E85-8C0A-CD92B827F221}">
      <dsp:nvSpPr>
        <dsp:cNvPr id="0" name=""/>
        <dsp:cNvSpPr/>
      </dsp:nvSpPr>
      <dsp:spPr>
        <a:xfrm>
          <a:off x="2057560" y="962009"/>
          <a:ext cx="2743414" cy="962009"/>
        </a:xfrm>
        <a:prstGeom prst="trapezoid">
          <a:avLst>
            <a:gd name="adj" fmla="val 71294"/>
          </a:avLst>
        </a:prstGeom>
        <a:solidFill>
          <a:srgbClr val="7030A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800" kern="1200" dirty="0"/>
            <a:t> </a:t>
          </a:r>
          <a:endParaRPr lang="en-SG" sz="5800" kern="1200" dirty="0"/>
        </a:p>
      </dsp:txBody>
      <dsp:txXfrm>
        <a:off x="2537657" y="962009"/>
        <a:ext cx="1783219" cy="962009"/>
      </dsp:txXfrm>
    </dsp:sp>
    <dsp:sp modelId="{6C9B9124-607A-4B1A-A08B-83B7F9E3C015}">
      <dsp:nvSpPr>
        <dsp:cNvPr id="0" name=""/>
        <dsp:cNvSpPr/>
      </dsp:nvSpPr>
      <dsp:spPr>
        <a:xfrm>
          <a:off x="1371707" y="1924018"/>
          <a:ext cx="4115120" cy="962009"/>
        </a:xfrm>
        <a:prstGeom prst="trapezoid">
          <a:avLst>
            <a:gd name="adj" fmla="val 71294"/>
          </a:avLst>
        </a:prstGeom>
        <a:solidFill>
          <a:schemeClr val="accent2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2091853" y="1924018"/>
        <a:ext cx="2674828" cy="962009"/>
      </dsp:txXfrm>
    </dsp:sp>
    <dsp:sp modelId="{C0DCB391-9B69-4603-98F9-C88BAAD5D1AB}">
      <dsp:nvSpPr>
        <dsp:cNvPr id="0" name=""/>
        <dsp:cNvSpPr/>
      </dsp:nvSpPr>
      <dsp:spPr>
        <a:xfrm>
          <a:off x="685853" y="2886027"/>
          <a:ext cx="5486828" cy="962009"/>
        </a:xfrm>
        <a:prstGeom prst="trapezoid">
          <a:avLst>
            <a:gd name="adj" fmla="val 71294"/>
          </a:avLst>
        </a:prstGeom>
        <a:solidFill>
          <a:srgbClr val="FFC000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646048" y="2886027"/>
        <a:ext cx="3566438" cy="962009"/>
      </dsp:txXfrm>
    </dsp:sp>
    <dsp:sp modelId="{E9647741-A0D1-436A-BA52-D3EE205182D1}">
      <dsp:nvSpPr>
        <dsp:cNvPr id="0" name=""/>
        <dsp:cNvSpPr/>
      </dsp:nvSpPr>
      <dsp:spPr>
        <a:xfrm>
          <a:off x="0" y="3848036"/>
          <a:ext cx="6858535" cy="962009"/>
        </a:xfrm>
        <a:prstGeom prst="trapezoid">
          <a:avLst>
            <a:gd name="adj" fmla="val 71294"/>
          </a:avLst>
        </a:prstGeom>
        <a:solidFill>
          <a:schemeClr val="accent6">
            <a:lumMod val="75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3660" tIns="73660" rIns="73660" bIns="73660" numCol="1" spcCol="1270" anchor="ctr" anchorCtr="0">
          <a:noAutofit/>
        </a:bodyPr>
        <a:lstStyle/>
        <a:p>
          <a:pPr marL="0" lvl="0" indent="0" algn="ctr" defTabSz="2578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800" kern="1200" dirty="0"/>
        </a:p>
      </dsp:txBody>
      <dsp:txXfrm>
        <a:off x="1200243" y="3848036"/>
        <a:ext cx="4458047" cy="96200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catLst>
    <dgm:cat type="pyramid" pri="1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pyra">
          <dgm:param type="linDir" val="fromB"/>
          <dgm:param type="txDir" val="fromT"/>
          <dgm:param type="pyraAcctPos" val="aft"/>
          <dgm:param type="pyraAcctTxMar" val="step"/>
          <dgm:param type="pyraAcctBkgdNode" val="acctBkgd"/>
          <dgm:param type="pyraAcctTxNode" val="acctTx"/>
          <dgm:param type="pyraLvlNode" val="level"/>
        </dgm:alg>
      </dgm:if>
      <dgm:else name="Name3">
        <dgm:alg type="pyra">
          <dgm:param type="linDir" val="fromB"/>
          <dgm:param type="txDir" val="fromT"/>
          <dgm:param type="pyraAcctPos" val="bef"/>
          <dgm:param type="pyraAcctTxMar" val="step"/>
          <dgm:param type="pyraAcctBkgdNode" val="acctBkgd"/>
          <dgm:param type="pyraAcctTxNode" val="acctTx"/>
          <dgm:param type="pyraLvlNode" val="level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ptType="all node" func="maxDepth" op="gte" val="2">
        <dgm:constrLst>
          <dgm:constr type="primFontSz" for="des" forName="levelTx" op="equ"/>
          <dgm:constr type="secFontSz" for="des" forName="acctTx" op="equ"/>
          <dgm:constr type="pyraAcctRatio" val="0.32"/>
        </dgm:constrLst>
      </dgm:if>
      <dgm:else name="Name6">
        <dgm:constrLst>
          <dgm:constr type="primFontSz" for="des" forName="levelTx" op="equ"/>
          <dgm:constr type="secFontSz" for="des" forName="acctTx" op="equ"/>
          <dgm:constr type="pyraAcctRatio"/>
        </dgm:constrLst>
      </dgm:else>
    </dgm:choose>
    <dgm:ruleLst/>
    <dgm:forEach name="Name7" axis="ch" ptType="node">
      <dgm:layoutNode name="Name8">
        <dgm:alg type="composite">
          <dgm:param type="horzAlign" val="none"/>
        </dgm:alg>
        <dgm:shape xmlns:r="http://schemas.openxmlformats.org/officeDocument/2006/relationships" r:blip="">
          <dgm:adjLst/>
        </dgm:shape>
        <dgm:presOf/>
        <dgm:choose name="Name9">
          <dgm:if name="Name10" axis="self" ptType="node" func="pos" op="equ" val="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/>
              <dgm:constr type="h" for="ch" forName="levelTx" refType="h" refFor="ch" refForName="level"/>
            </dgm:constrLst>
          </dgm:if>
          <dgm:else name="Name11">
            <dgm:constrLst>
              <dgm:constr type="ctrX" for="ch" forName="acctBkgd" val="1"/>
              <dgm:constr type="ctrY" for="ch" forName="acctBkgd" val="1"/>
              <dgm:constr type="w" for="ch" forName="acctBkgd" val="1"/>
              <dgm:constr type="h" for="ch" forName="acctBkgd" val="1"/>
              <dgm:constr type="ctrX" for="ch" forName="acctTx" val="1"/>
              <dgm:constr type="ctrY" for="ch" forName="acctTx" val="1"/>
              <dgm:constr type="w" for="ch" forName="acctTx" val="1"/>
              <dgm:constr type="h" for="ch" forName="acctTx" val="1"/>
              <dgm:constr type="ctrX" for="ch" forName="level" val="1"/>
              <dgm:constr type="ctrY" for="ch" forName="level" val="1"/>
              <dgm:constr type="w" for="ch" forName="level" val="1"/>
              <dgm:constr type="h" for="ch" forName="level" val="1"/>
              <dgm:constr type="ctrX" for="ch" forName="levelTx" refType="ctrX" refFor="ch" refForName="level"/>
              <dgm:constr type="ctrY" for="ch" forName="levelTx" refType="ctrY" refFor="ch" refForName="level"/>
              <dgm:constr type="w" for="ch" forName="levelTx" refType="w" refFor="ch" refForName="level" fact="0.65"/>
              <dgm:constr type="h" for="ch" forName="levelTx" refType="h" refFor="ch" refForName="level"/>
            </dgm:constrLst>
          </dgm:else>
        </dgm:choose>
        <dgm:ruleLst/>
        <dgm:choose name="Name12">
          <dgm:if name="Name13" axis="ch" ptType="node" func="cnt" op="gte" val="1">
            <dgm:layoutNode name="acctBkgd" styleLbl="alignAcc1">
              <dgm:alg type="sp"/>
              <dgm:shape xmlns:r="http://schemas.openxmlformats.org/officeDocument/2006/relationships" type="nonIsoscelesTrapezoid" r:blip="">
                <dgm:adjLst/>
              </dgm:shape>
              <dgm:presOf axis="des" ptType="node"/>
              <dgm:constrLst/>
              <dgm:ruleLst/>
            </dgm:layoutNode>
            <dgm:layoutNode name="acctTx" styleLbl="alignAcc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nonIsoscelesTrapezoid" r:blip="" hideGeom="1">
                <dgm:adjLst/>
              </dgm:shape>
              <dgm:presOf axis="des" ptType="node"/>
              <dgm:constrLst>
                <dgm:constr type="secFontSz" val="65"/>
                <dgm:constr type="primFontSz" refType="secFontSz"/>
                <dgm:constr type="tMarg" refType="secFontSz" fact="0.3"/>
                <dgm:constr type="bMarg" refType="secFontSz" fact="0.3"/>
                <dgm:constr type="lMarg" refType="secFontSz" fact="0.3"/>
                <dgm:constr type="rMarg" refType="secFontSz" fact="0.3"/>
              </dgm:constrLst>
              <dgm:ruleLst>
                <dgm:rule type="secFontSz" val="5" fact="NaN" max="NaN"/>
              </dgm:ruleLst>
            </dgm:layoutNode>
          </dgm:if>
          <dgm:else name="Name14"/>
        </dgm:choose>
        <dgm:layoutNode name="level">
          <dgm:varLst>
            <dgm:chMax val="1"/>
            <dgm:bulletEnabled val="1"/>
          </dgm:varLst>
          <dgm:alg type="sp"/>
          <dgm:shape xmlns:r="http://schemas.openxmlformats.org/officeDocument/2006/relationships" type="trapezoid" r:blip="">
            <dgm:adjLst/>
          </dgm:shape>
          <dgm:presOf axis="self"/>
          <dgm:constrLst>
            <dgm:constr type="h" val="500"/>
            <dgm:constr type="w" val="1"/>
          </dgm:constrLst>
          <dgm:ruleLst/>
        </dgm:layoutNode>
        <dgm:layoutNode name="levelTx" styleLbl="revTx">
          <dgm:varLst>
            <dgm:chMax val="1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00FCCF-5CF4-404D-AD1B-36BEF022C4C2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BC0FA0-4E75-4E8D-BF09-11B6D569D5EA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1537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BC0FA0-4E75-4E8D-BF09-11B6D569D5EA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832477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5E5F6-E4FB-345E-8B20-D802E1DDB5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4EB543-4BC7-8AFB-9D00-4ABA22436C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E6359-145E-7782-F0DB-DD6143DBF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B803B-E201-900F-E0E8-922726EDB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66BEA7-DDFA-2932-6B96-E2C5078500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08266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3FA74-5BE4-3C9C-EFEE-71274F05F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E82AC-8D21-7F3E-D262-DE68815BA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231AE0-861E-2444-EF81-113A1342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A5EDAF-4B04-614C-D909-BE236FFAFA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8D5B9E-7498-DAA7-AA49-ED1FB46D3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76311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1A37C4-AD00-E48F-CFFF-72FD5DA60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BA75B1-2CF7-BDD2-8B95-B6C9E66739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0CCD57-D9D9-E5EE-6216-D6577A3380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D62E3-8408-71CD-5FE1-70C6BEBBE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6C64A-DE10-AA93-F41E-DE928CB44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49751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9C77C-0719-4CF8-BE6F-CE95FB7C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8C4D-F4B4-5692-C1F6-C37DB03A148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0EAB04-B170-3F43-2ABB-A4F9378F13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0EA28B-46CB-F64F-54F7-A746CED18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F7A8AE-FCB1-851B-3856-382568053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2DEF43-A172-DD0F-A778-1F5856538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253273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A66F9-5EB0-85C5-D81D-84F4793420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4FFDFB-CD33-7649-0741-08DC318518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7ED92-A12D-30ED-312D-0C5E32117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25B863-67AF-4148-8443-8029D15BB66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3BE83F-16AD-A144-31BC-86937FEE30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3066F1-37CC-A0E6-D2B1-A37791B35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DE9E03-1A54-1EB4-93C7-798A46D4A4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B9C3D-1FAA-BD74-1347-D3491FE609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52272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B1706-45FA-5080-8D20-EFF2C8245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7EDD21-1630-DD09-8451-611BD14F0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E629AD-1512-2D16-7FE7-BE0DC845C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552A2D-ACC6-9C6C-F2E3-52E8F226F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857660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80DFE7-DF37-788F-619E-CC9BF27945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3720C1A-B6D2-06B8-8944-7A979888B9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05CBC5-A1AA-FCB8-BC21-45B7B1C6F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065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DCDE-E50B-6EF3-A355-C8C7FF031C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AE28A-2F37-25F2-FD9E-6A51E10AB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B25F66-80B1-973B-F459-86DE41B696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061C76A-D2FF-A2EF-796B-711A2D460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4E1032-59DB-E952-5C5C-B322BA492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90DCA1-0E51-7904-82B7-62E711294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03047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1C8C3-D7B9-ACC1-29BC-2441959E85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D20236-8B32-B990-C86F-A0A6F9A310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5DE737-9D31-CCE1-7668-E1DE08CCED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2E4B55-703A-CC84-8281-8E5657686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A5B207-19D4-58E8-BE3D-26644F2E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67EF-5FB0-5474-FB7A-22FB154BD0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592958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5391F-D4F7-2464-A739-A60168FE92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3361462-AC22-7947-715C-4530A293DE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BD690D-E4C0-6BE1-0FD9-F9F4028E9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5E1D50-E851-6EC4-E2FA-917B1DFC9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7AD77A-98D4-0DBA-4811-227C85A8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2893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36C46D-B6C4-92DA-48D1-14DBD104D0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13D246-937F-873E-0091-2E613D550D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716782-C335-DDFD-4C2E-E5F1F7BAC8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8764C-FBC9-4798-307C-96BCF993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B2D1E-8CB7-1E0E-B4C1-45D698462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525047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1A6827-BC92-7A08-9FB3-D16C32634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88316-F8DC-1079-3D12-24B57F933A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E32F8-CEC4-A902-51D9-2A76B43BFF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8A18A-5CE4-40C1-8227-52475E3DF71E}" type="datetimeFigureOut">
              <a:rPr lang="en-SG" smtClean="0"/>
              <a:t>24/2/2026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2DBFE-626A-D465-6296-E31E7C91D6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D18C5-6666-227C-DE36-FE83EA88C2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36ABA6-61E1-4C62-A02C-785959ED17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57493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jpeg"/><Relationship Id="rId13" Type="http://schemas.openxmlformats.org/officeDocument/2006/relationships/image" Target="../media/image6.sv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2.png"/><Relationship Id="rId1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4ED527DE-8C07-40ED-A228-35488E6B8F2F}"/>
              </a:ext>
            </a:extLst>
          </p:cNvPr>
          <p:cNvSpPr/>
          <p:nvPr/>
        </p:nvSpPr>
        <p:spPr>
          <a:xfrm>
            <a:off x="732769" y="784848"/>
            <a:ext cx="10559842" cy="563105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SG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3C74FAE1-28E0-90A7-B3EA-9457BBD62D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1899859"/>
              </p:ext>
            </p:extLst>
          </p:nvPr>
        </p:nvGraphicFramePr>
        <p:xfrm>
          <a:off x="981776" y="1255656"/>
          <a:ext cx="6858535" cy="481004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6F25AAB2-3470-455E-FB71-761B00DBF7B0}"/>
              </a:ext>
            </a:extLst>
          </p:cNvPr>
          <p:cNvSpPr txBox="1"/>
          <p:nvPr/>
        </p:nvSpPr>
        <p:spPr>
          <a:xfrm>
            <a:off x="899388" y="5330210"/>
            <a:ext cx="2030933" cy="738664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LEVEL0-Production Process [Sensors and Signals ] 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DC498C-6EA2-79DB-CBD4-86EACD82BB50}"/>
              </a:ext>
            </a:extLst>
          </p:cNvPr>
          <p:cNvSpPr txBox="1"/>
          <p:nvPr/>
        </p:nvSpPr>
        <p:spPr>
          <a:xfrm>
            <a:off x="899389" y="3600377"/>
            <a:ext cx="2697251" cy="523220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LEVEL2-Monitoring &amp; Supervising [SCADA &amp; HMI]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318F75-4B51-5B44-7916-CF474AF30412}"/>
              </a:ext>
            </a:extLst>
          </p:cNvPr>
          <p:cNvSpPr txBox="1"/>
          <p:nvPr/>
        </p:nvSpPr>
        <p:spPr>
          <a:xfrm>
            <a:off x="899389" y="4569329"/>
            <a:ext cx="2030932" cy="523220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LEVEL1-Sensing &amp; Manipulating [PLC]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47016A-0C27-4FF6-094C-99B4BEEE3906}"/>
              </a:ext>
            </a:extLst>
          </p:cNvPr>
          <p:cNvSpPr txBox="1"/>
          <p:nvPr/>
        </p:nvSpPr>
        <p:spPr>
          <a:xfrm>
            <a:off x="899389" y="2860294"/>
            <a:ext cx="4624443" cy="307777"/>
          </a:xfrm>
          <a:prstGeom prst="rect">
            <a:avLst/>
          </a:prstGeom>
          <a:solidFill>
            <a:srgbClr val="7030A0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LEVEL3-Manufacturing Operations Management [MES]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30A-E558-A546-0013-69FB49CAE58A}"/>
              </a:ext>
            </a:extLst>
          </p:cNvPr>
          <p:cNvSpPr txBox="1"/>
          <p:nvPr/>
        </p:nvSpPr>
        <p:spPr>
          <a:xfrm>
            <a:off x="926460" y="1880011"/>
            <a:ext cx="3681892" cy="30777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LEVEL4-Business Planning &amp; Logistic [ERP]</a:t>
            </a:r>
            <a:endParaRPr lang="en-SG" sz="1400" b="1" dirty="0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6DEBF6-EE6E-7002-A0BB-0D7E052F85CE}"/>
              </a:ext>
            </a:extLst>
          </p:cNvPr>
          <p:cNvSpPr/>
          <p:nvPr/>
        </p:nvSpPr>
        <p:spPr>
          <a:xfrm>
            <a:off x="2850771" y="5248025"/>
            <a:ext cx="1782189" cy="271063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Ground Cube Position Sensor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F43130-2311-9C56-AC37-E982792AED3B}"/>
              </a:ext>
            </a:extLst>
          </p:cNvPr>
          <p:cNvSpPr/>
          <p:nvPr/>
        </p:nvSpPr>
        <p:spPr>
          <a:xfrm>
            <a:off x="2850771" y="5602344"/>
            <a:ext cx="2430978" cy="35805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Joint Rotation Angle Sensors 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D10FDAC-8CE5-3315-DDAE-7604B5956E47}"/>
              </a:ext>
            </a:extLst>
          </p:cNvPr>
          <p:cNvSpPr/>
          <p:nvPr/>
        </p:nvSpPr>
        <p:spPr>
          <a:xfrm>
            <a:off x="5489684" y="5248025"/>
            <a:ext cx="1660054" cy="71237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Servo Motor Singal: base</a:t>
            </a:r>
            <a:r>
              <a:rPr lang="en-US" sz="1000" b="1" dirty="0">
                <a:solidFill>
                  <a:prstClr val="black"/>
                </a:solidFill>
                <a:latin typeface="Calibri" panose="020F0502020204030204"/>
              </a:rPr>
              <a:t>, Shoulder, Elbow, Wrist, Gripper Rotation and  Opening.</a:t>
            </a:r>
            <a:endParaRPr kumimoji="0" lang="en-SG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3" name="Picture 12" descr="TM221CE16R Schneider Electric Modicon M221 PLC CPU Mini USB Interface –  Ralakde Automation">
            <a:extLst>
              <a:ext uri="{FF2B5EF4-FFF2-40B4-BE49-F238E27FC236}">
                <a16:creationId xmlns:a16="http://schemas.microsoft.com/office/drawing/2014/main" id="{9986D7BE-9C9B-205E-F5A3-72736A1D76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568" y="4271880"/>
            <a:ext cx="693181" cy="759931"/>
          </a:xfrm>
          <a:prstGeom prst="rect">
            <a:avLst/>
          </a:prstGeom>
          <a:noFill/>
          <a:ln w="9525"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C6B5682-CFCD-C6EF-C8F3-AE9445156558}"/>
              </a:ext>
            </a:extLst>
          </p:cNvPr>
          <p:cNvCxnSpPr>
            <a:cxnSpLocks/>
            <a:stCxn id="10" idx="0"/>
            <a:endCxn id="13" idx="1"/>
          </p:cNvCxnSpPr>
          <p:nvPr/>
        </p:nvCxnSpPr>
        <p:spPr>
          <a:xfrm rot="5400000" flipH="1" flipV="1">
            <a:off x="3867128" y="4526585"/>
            <a:ext cx="596179" cy="846702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593320A-645E-0F2E-73A2-AFC054C70448}"/>
              </a:ext>
            </a:extLst>
          </p:cNvPr>
          <p:cNvCxnSpPr>
            <a:cxnSpLocks/>
            <a:stCxn id="13" idx="3"/>
            <a:endCxn id="12" idx="0"/>
          </p:cNvCxnSpPr>
          <p:nvPr/>
        </p:nvCxnSpPr>
        <p:spPr>
          <a:xfrm>
            <a:off x="5281749" y="4651846"/>
            <a:ext cx="1037962" cy="596179"/>
          </a:xfrm>
          <a:prstGeom prst="bentConnector2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68B258AC-2A02-C8A7-11DB-A41529ECC631}"/>
              </a:ext>
            </a:extLst>
          </p:cNvPr>
          <p:cNvSpPr txBox="1"/>
          <p:nvPr/>
        </p:nvSpPr>
        <p:spPr>
          <a:xfrm>
            <a:off x="3530190" y="4179331"/>
            <a:ext cx="88085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SG" sz="11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alibri" panose="020F0502020204030204"/>
              </a:rPr>
              <a:t>Robot Arm Control PLC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65000"/>
                  <a:lumOff val="35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1DB7BB66-0201-32E5-9DF9-8BD9BFB2F3C2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4935158" y="5031811"/>
            <a:ext cx="1" cy="57053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F248804-6649-145B-AF25-951CC80B6DC9}"/>
              </a:ext>
            </a:extLst>
          </p:cNvPr>
          <p:cNvSpPr txBox="1"/>
          <p:nvPr/>
        </p:nvSpPr>
        <p:spPr>
          <a:xfrm>
            <a:off x="3744737" y="4695627"/>
            <a:ext cx="79361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Input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F32BF8-6B2A-8348-E8CD-DA236B3164A1}"/>
              </a:ext>
            </a:extLst>
          </p:cNvPr>
          <p:cNvSpPr txBox="1"/>
          <p:nvPr/>
        </p:nvSpPr>
        <p:spPr>
          <a:xfrm>
            <a:off x="5426824" y="4697334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PLC </a:t>
            </a:r>
            <a:r>
              <a:rPr lang="en-US" sz="1100" b="1" dirty="0">
                <a:solidFill>
                  <a:schemeClr val="bg1"/>
                </a:solidFill>
                <a:latin typeface="Calibri" panose="020F0502020204030204"/>
              </a:rPr>
              <a:t>Out</a:t>
            </a: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put 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C7762A2-5DB8-E2AD-0BDF-CD6F1735A4FF}"/>
              </a:ext>
            </a:extLst>
          </p:cNvPr>
          <p:cNvSpPr txBox="1"/>
          <p:nvPr/>
        </p:nvSpPr>
        <p:spPr>
          <a:xfrm>
            <a:off x="2632592" y="4900205"/>
            <a:ext cx="21120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dirty="0">
                <a:solidFill>
                  <a:srgbClr val="00B0F0"/>
                </a:solidFill>
              </a:rPr>
              <a:t>Simulated Electrical signal    </a:t>
            </a:r>
            <a:endParaRPr lang="en-SG" sz="1100" b="1" dirty="0">
              <a:solidFill>
                <a:srgbClr val="00B0F0"/>
              </a:solidFill>
            </a:endParaRPr>
          </a:p>
        </p:txBody>
      </p:sp>
      <p:pic>
        <p:nvPicPr>
          <p:cNvPr id="35" name="Graphic 34" descr="Ui Ux with solid fill">
            <a:extLst>
              <a:ext uri="{FF2B5EF4-FFF2-40B4-BE49-F238E27FC236}">
                <a16:creationId xmlns:a16="http://schemas.microsoft.com/office/drawing/2014/main" id="{9C02B275-40C4-52D3-AD1A-A9114BEF691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88567" y="3284232"/>
            <a:ext cx="693181" cy="693181"/>
          </a:xfrm>
          <a:prstGeom prst="rect">
            <a:avLst/>
          </a:prstGeom>
        </p:spPr>
      </p:pic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075FDF-5BA0-1B7F-78EA-880F4D446C03}"/>
              </a:ext>
            </a:extLst>
          </p:cNvPr>
          <p:cNvCxnSpPr>
            <a:cxnSpLocks/>
          </p:cNvCxnSpPr>
          <p:nvPr/>
        </p:nvCxnSpPr>
        <p:spPr>
          <a:xfrm flipV="1">
            <a:off x="4737687" y="3913435"/>
            <a:ext cx="1" cy="294467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F3B0FD5-F82D-200C-16F8-A57C3EFDA87C}"/>
              </a:ext>
            </a:extLst>
          </p:cNvPr>
          <p:cNvSpPr txBox="1"/>
          <p:nvPr/>
        </p:nvSpPr>
        <p:spPr>
          <a:xfrm>
            <a:off x="3827977" y="3836122"/>
            <a:ext cx="88205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OPCUA-TCP</a:t>
            </a:r>
            <a:endParaRPr kumimoji="0" lang="en-SG" sz="1100" b="1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C2F93B5D-EDF1-436F-74FE-54168076B69E}"/>
              </a:ext>
            </a:extLst>
          </p:cNvPr>
          <p:cNvCxnSpPr>
            <a:cxnSpLocks/>
          </p:cNvCxnSpPr>
          <p:nvPr/>
        </p:nvCxnSpPr>
        <p:spPr>
          <a:xfrm>
            <a:off x="5125219" y="3933679"/>
            <a:ext cx="0" cy="274223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9C04E07-0AC9-A6FD-D712-FDC741930635}"/>
              </a:ext>
            </a:extLst>
          </p:cNvPr>
          <p:cNvSpPr txBox="1"/>
          <p:nvPr/>
        </p:nvSpPr>
        <p:spPr>
          <a:xfrm>
            <a:off x="2127280" y="6085329"/>
            <a:ext cx="4822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</a:rPr>
              <a:t>The ISA-95 Automation Levels and Functions Pyramid </a:t>
            </a:r>
            <a:endParaRPr lang="en-SG" sz="1400" b="1" dirty="0">
              <a:solidFill>
                <a:schemeClr val="bg1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3E44E3-562A-BB3E-407B-B26D3C2BE2AF}"/>
              </a:ext>
            </a:extLst>
          </p:cNvPr>
          <p:cNvCxnSpPr>
            <a:cxnSpLocks/>
          </p:cNvCxnSpPr>
          <p:nvPr/>
        </p:nvCxnSpPr>
        <p:spPr>
          <a:xfrm>
            <a:off x="7454723" y="5519088"/>
            <a:ext cx="530662" cy="0"/>
          </a:xfrm>
          <a:prstGeom prst="straightConnector1">
            <a:avLst/>
          </a:prstGeom>
          <a:ln w="28575">
            <a:solidFill>
              <a:srgbClr val="38A36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Picture 49">
            <a:extLst>
              <a:ext uri="{FF2B5EF4-FFF2-40B4-BE49-F238E27FC236}">
                <a16:creationId xmlns:a16="http://schemas.microsoft.com/office/drawing/2014/main" id="{40B74377-5EDD-88EA-03DC-D300DC8075E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30785" y="4109860"/>
            <a:ext cx="3086275" cy="2087577"/>
          </a:xfrm>
          <a:prstGeom prst="rect">
            <a:avLst/>
          </a:prstGeom>
          <a:ln w="38100">
            <a:solidFill>
              <a:schemeClr val="accent6">
                <a:lumMod val="75000"/>
              </a:schemeClr>
            </a:solidFill>
          </a:ln>
        </p:spPr>
      </p:pic>
      <p:pic>
        <p:nvPicPr>
          <p:cNvPr id="55" name="Graphic 54" descr="Web design with solid fill">
            <a:extLst>
              <a:ext uri="{FF2B5EF4-FFF2-40B4-BE49-F238E27FC236}">
                <a16:creationId xmlns:a16="http://schemas.microsoft.com/office/drawing/2014/main" id="{DAEF6773-B947-348B-0C7B-F27A7109EBF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07968" y="3550612"/>
            <a:ext cx="503142" cy="492207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40863C83-F070-C286-6849-024FBFE7524E}"/>
              </a:ext>
            </a:extLst>
          </p:cNvPr>
          <p:cNvSpPr txBox="1"/>
          <p:nvPr/>
        </p:nvSpPr>
        <p:spPr>
          <a:xfrm>
            <a:off x="8385230" y="3565882"/>
            <a:ext cx="26427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b="1" dirty="0">
                <a:solidFill>
                  <a:srgbClr val="F4C54F"/>
                </a:solidFill>
                <a:latin typeface="Calibri" panose="020F0502020204030204"/>
              </a:rPr>
              <a:t>Python Virtual PLC Simulator with IEC 62541 OPC-UA-TCP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F4C54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FE4C6884-515A-7725-6A4A-E3594CC7FD01}"/>
              </a:ext>
            </a:extLst>
          </p:cNvPr>
          <p:cNvCxnSpPr>
            <a:cxnSpLocks/>
          </p:cNvCxnSpPr>
          <p:nvPr/>
        </p:nvCxnSpPr>
        <p:spPr>
          <a:xfrm flipV="1">
            <a:off x="6769961" y="3836122"/>
            <a:ext cx="1069395" cy="774097"/>
          </a:xfrm>
          <a:prstGeom prst="bentConnector3">
            <a:avLst/>
          </a:prstGeom>
          <a:ln w="19050">
            <a:solidFill>
              <a:srgbClr val="F4C54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F56096B-69AD-2025-5813-7E6B3323D6BF}"/>
              </a:ext>
            </a:extLst>
          </p:cNvPr>
          <p:cNvSpPr txBox="1"/>
          <p:nvPr/>
        </p:nvSpPr>
        <p:spPr>
          <a:xfrm>
            <a:off x="8003930" y="4214227"/>
            <a:ext cx="19548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38A36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3D Robot Arm Simulator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rgbClr val="38A36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02D01B60-BB4C-28CB-5C36-11DE5075A697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06926" y="1479482"/>
            <a:ext cx="3567850" cy="1988817"/>
          </a:xfrm>
          <a:prstGeom prst="rect">
            <a:avLst/>
          </a:prstGeom>
        </p:spPr>
      </p:pic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53C966F6-B2F6-DC74-2FC5-4382D912FB4D}"/>
              </a:ext>
            </a:extLst>
          </p:cNvPr>
          <p:cNvCxnSpPr>
            <a:cxnSpLocks/>
          </p:cNvCxnSpPr>
          <p:nvPr/>
        </p:nvCxnSpPr>
        <p:spPr>
          <a:xfrm>
            <a:off x="5800730" y="3284232"/>
            <a:ext cx="1746787" cy="0"/>
          </a:xfrm>
          <a:prstGeom prst="straightConnector1">
            <a:avLst/>
          </a:prstGeom>
          <a:ln w="2857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8D7BDB-DE96-923B-8456-E1FAF5D345F5}"/>
              </a:ext>
            </a:extLst>
          </p:cNvPr>
          <p:cNvSpPr txBox="1"/>
          <p:nvPr/>
        </p:nvSpPr>
        <p:spPr>
          <a:xfrm>
            <a:off x="5940771" y="2631222"/>
            <a:ext cx="19548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Robot Arm Simulator OPCUA Remote Human Machine Interface  </a:t>
            </a:r>
            <a:endParaRPr kumimoji="0" lang="en-SG" sz="1200" b="1" i="0" u="none" strike="noStrike" kern="1200" cap="none" spc="0" normalizeH="0" baseline="0" noProof="0" dirty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3B2D12D-67AD-5AED-5A30-7D0C522365D9}"/>
              </a:ext>
            </a:extLst>
          </p:cNvPr>
          <p:cNvSpPr txBox="1"/>
          <p:nvPr/>
        </p:nvSpPr>
        <p:spPr>
          <a:xfrm>
            <a:off x="823738" y="924707"/>
            <a:ext cx="89160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3D_6Axis_Robotic_Arm_Simulator with Python-</a:t>
            </a:r>
            <a:r>
              <a:rPr lang="en-US" sz="2000" b="1" dirty="0" err="1">
                <a:solidFill>
                  <a:prstClr val="white"/>
                </a:solidFill>
                <a:latin typeface="Calibri" panose="020F0502020204030204"/>
              </a:rPr>
              <a:t>wxPython</a:t>
            </a:r>
            <a:r>
              <a:rPr lang="en-US" sz="2000" b="1" dirty="0">
                <a:solidFill>
                  <a:prstClr val="white"/>
                </a:solidFill>
                <a:latin typeface="Calibri" panose="020F0502020204030204"/>
              </a:rPr>
              <a:t>-OpenGL and OPC-UA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324427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127</Words>
  <Application>Microsoft Office PowerPoint</Application>
  <PresentationFormat>Widescreen</PresentationFormat>
  <Paragraphs>21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3</cp:revision>
  <dcterms:created xsi:type="dcterms:W3CDTF">2026-02-24T06:43:55Z</dcterms:created>
  <dcterms:modified xsi:type="dcterms:W3CDTF">2026-02-24T09:45:52Z</dcterms:modified>
</cp:coreProperties>
</file>