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62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5E5F6-E4FB-345E-8B20-D802E1DDB5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4EB543-4BC7-8AFB-9D00-4ABA22436C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E6359-145E-7782-F0DB-DD6143DBF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24/2/2026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B803B-E201-900F-E0E8-922726EDB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66BEA7-DDFA-2932-6B96-E2C507850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08266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3FA74-5BE4-3C9C-EFEE-71274F05F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E82AC-8D21-7F3E-D262-DE68815BA4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231AE0-861E-2444-EF81-113A1342A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24/2/2026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A5EDAF-4B04-614C-D909-BE236FFAF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8D5B9E-7498-DAA7-AA49-ED1FB46D3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76311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A37C4-AD00-E48F-CFFF-72FD5DA60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BA75B1-2CF7-BDD2-8B95-B6C9E66739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0CCD57-D9D9-E5EE-6216-D6577A338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24/2/2026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2D62E3-8408-71CD-5FE1-70C6BEBBE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76C64A-DE10-AA93-F41E-DE928CB44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49751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9C77C-0719-4CF8-BE6F-CE95FB7CC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68C4D-F4B4-5692-C1F6-C37DB03A14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0EAB04-B170-3F43-2ABB-A4F9378F13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0EA28B-46CB-F64F-54F7-A746CED18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24/2/2026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F7A8AE-FCB1-851B-3856-382568053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2DEF43-A172-DD0F-A778-1F5856538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25327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A66F9-5EB0-85C5-D81D-84F4793420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4FFDFB-CD33-7649-0741-08DC318518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7ED92-A12D-30ED-312D-0C5E32117C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25B863-67AF-4148-8443-8029D15BB6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3BE83F-16AD-A144-31BC-86937FEE30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3066F1-37CC-A0E6-D2B1-A37791B35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24/2/2026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DE9E03-1A54-1EB4-93C7-798A46D4A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B9C3D-1FAA-BD74-1347-D3491FE60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52272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B1706-45FA-5080-8D20-EFF2C8245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7EDD21-1630-DD09-8451-611BD14F0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24/2/2026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E629AD-1512-2D16-7FE7-BE0DC845C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552A2D-ACC6-9C6C-F2E3-52E8F226F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576606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80DFE7-DF37-788F-619E-CC9BF2794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24/2/2026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720C1A-B6D2-06B8-8944-7A979888B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05CBC5-A1AA-FCB8-BC21-45B7B1C6F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80655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5DCDE-E50B-6EF3-A355-C8C7FF031C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DAE28A-2F37-25F2-FD9E-6A51E10ABF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B25F66-80B1-973B-F459-86DE41B696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61C76A-D2FF-A2EF-796B-711A2D460E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24/2/2026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4E1032-59DB-E952-5C5C-B322BA492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90DCA1-0E51-7904-82B7-62E711294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030473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1C8C3-D7B9-ACC1-29BC-2441959E8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D20236-8B32-B990-C86F-A0A6F9A310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5DE737-9D31-CCE1-7668-E1DE08CCED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2E4B55-703A-CC84-8281-8E565768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24/2/2026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A5B207-19D4-58E8-BE3D-26644F2E3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0F67EF-5FB0-5474-FB7A-22FB154BD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592958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5391F-D4F7-2464-A739-A60168FE9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361462-AC22-7947-715C-4530A293DE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BD690D-E4C0-6BE1-0FD9-F9F4028E9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24/2/2026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5E1D50-E851-6EC4-E2FA-917B1DFC9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7AD77A-98D4-0DBA-4811-227C85A8C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289373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36C46D-B6C4-92DA-48D1-14DBD104D0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13D246-937F-873E-0091-2E613D550D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716782-C335-DDFD-4C2E-E5F1F7BAC8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24/2/2026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E8764C-FBC9-4798-307C-96BCF993B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B2D1E-8CB7-1E0E-B4C1-45D698462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525047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1A6827-BC92-7A08-9FB3-D16C32634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188316-F8DC-1079-3D12-24B57F933A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E32F8-CEC4-A902-51D9-2A76B43BFF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E8A18A-5CE4-40C1-8227-52475E3DF71E}" type="datetimeFigureOut">
              <a:rPr lang="en-SG" smtClean="0"/>
              <a:t>24/2/2026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B2DBFE-626A-D465-6296-E31E7C91D6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7D18C5-6666-227C-DE36-FE83EA88C2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574930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E971E-7E6B-D6A8-17DD-2AED73D8F1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20BB23-4792-00A6-58CA-4640FFFAFDF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9324427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1</cp:revision>
  <dcterms:created xsi:type="dcterms:W3CDTF">2026-02-24T06:43:55Z</dcterms:created>
  <dcterms:modified xsi:type="dcterms:W3CDTF">2026-02-24T08:15:15Z</dcterms:modified>
</cp:coreProperties>
</file>