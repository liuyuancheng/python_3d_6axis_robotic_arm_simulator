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68" r:id="rId3"/>
    <p:sldId id="26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62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0FCCF-5CF4-404D-AD1B-36BEF022C4C2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C0FA0-4E75-4E8D-BF09-11B6D569D5E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153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832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807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25/2/2026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13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ED527DE-8C07-40ED-A228-35488E6B8F2F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C74FAE1-28E0-90A7-B3EA-9457BBD62D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899859"/>
              </p:ext>
            </p:extLst>
          </p:nvPr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F25AAB2-3470-455E-FB71-761B00DBF7B0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C498C-6EA2-79DB-CBD4-86EACD82BB50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18F75-4B51-5B44-7916-CF474AF30412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47016A-0C27-4FF6-094C-99B4BEEE3906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30A-E558-A546-0013-69FB49CAE58A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6DEBF6-EE6E-7002-A0BB-0D7E052F85CE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43130-2311-9C56-AC37-E982792AED3B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0FDAC-8CE5-3315-DDAE-7604B5956E47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Signal: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9986D7BE-9C9B-205E-F5A3-72736A1D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C6B5682-CFCD-C6EF-C8F3-AE9445156558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593320A-645E-0F2E-73A2-AFC054C70448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8B258AC-2A02-C8A7-11DB-A41529ECC631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B7BB66-0201-32E5-9DF9-8BD9BFB2F3C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F248804-6649-145B-AF25-951CC80B6DC9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F32BF8-6B2A-8348-E8CD-DA236B3164A1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762A2-5DB8-E2AD-0BDF-CD6F1735A4FF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9C02B275-40C4-52D3-AD1A-A9114BEF6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075FDF-5BA0-1B7F-78EA-880F4D446C03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F3B0FD5-F82D-200C-16F8-A57C3EFDA87C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F93B5D-EDF1-436F-74FE-54168076B69E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9C04E07-0AC9-A6FD-D712-FDC741930635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3E44E3-562A-BB3E-407B-B26D3C2BE2AF}"/>
              </a:ext>
            </a:extLst>
          </p:cNvPr>
          <p:cNvCxnSpPr>
            <a:cxnSpLocks/>
          </p:cNvCxnSpPr>
          <p:nvPr/>
        </p:nvCxnSpPr>
        <p:spPr>
          <a:xfrm>
            <a:off x="7454723" y="5519088"/>
            <a:ext cx="530662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40B74377-5EDD-88EA-03DC-D300DC8075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0785" y="4109860"/>
            <a:ext cx="3086275" cy="2087577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5" name="Graphic 54" descr="Web design with solid fill">
            <a:extLst>
              <a:ext uri="{FF2B5EF4-FFF2-40B4-BE49-F238E27FC236}">
                <a16:creationId xmlns:a16="http://schemas.microsoft.com/office/drawing/2014/main" id="{DAEF6773-B947-348B-0C7B-F27A7109EB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07968" y="3550612"/>
            <a:ext cx="503142" cy="49220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40863C83-F070-C286-6849-024FBFE7524E}"/>
              </a:ext>
            </a:extLst>
          </p:cNvPr>
          <p:cNvSpPr txBox="1"/>
          <p:nvPr/>
        </p:nvSpPr>
        <p:spPr>
          <a:xfrm>
            <a:off x="8385230" y="3565882"/>
            <a:ext cx="26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srgbClr val="F4C54F"/>
                </a:solidFill>
                <a:latin typeface="Calibri" panose="020F0502020204030204"/>
              </a:rPr>
              <a:t>Python Virtual PLC Simulator with IEC 62541 OPC-UA-TCP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E4C6884-515A-7725-6A4A-E3594CC7FD01}"/>
              </a:ext>
            </a:extLst>
          </p:cNvPr>
          <p:cNvCxnSpPr>
            <a:cxnSpLocks/>
          </p:cNvCxnSpPr>
          <p:nvPr/>
        </p:nvCxnSpPr>
        <p:spPr>
          <a:xfrm flipV="1">
            <a:off x="6769961" y="3836122"/>
            <a:ext cx="1069395" cy="774097"/>
          </a:xfrm>
          <a:prstGeom prst="bentConnector3">
            <a:avLst/>
          </a:prstGeom>
          <a:ln w="19050">
            <a:solidFill>
              <a:srgbClr val="F4C54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56096B-69AD-2025-5813-7E6B3323D6BF}"/>
              </a:ext>
            </a:extLst>
          </p:cNvPr>
          <p:cNvSpPr txBox="1"/>
          <p:nvPr/>
        </p:nvSpPr>
        <p:spPr>
          <a:xfrm>
            <a:off x="8003930" y="4214227"/>
            <a:ext cx="1954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Robot Arm Simulator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2D01B60-BB4C-28CB-5C36-11DE5075A69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6926" y="1479482"/>
            <a:ext cx="3567850" cy="1988817"/>
          </a:xfrm>
          <a:prstGeom prst="rect">
            <a:avLst/>
          </a:prstGeom>
        </p:spPr>
      </p:pic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3C966F6-B2F6-DC74-2FC5-4382D912FB4D}"/>
              </a:ext>
            </a:extLst>
          </p:cNvPr>
          <p:cNvCxnSpPr>
            <a:cxnSpLocks/>
          </p:cNvCxnSpPr>
          <p:nvPr/>
        </p:nvCxnSpPr>
        <p:spPr>
          <a:xfrm>
            <a:off x="5800730" y="3284232"/>
            <a:ext cx="1746787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8D7BDB-DE96-923B-8456-E1FAF5D345F5}"/>
              </a:ext>
            </a:extLst>
          </p:cNvPr>
          <p:cNvSpPr txBox="1"/>
          <p:nvPr/>
        </p:nvSpPr>
        <p:spPr>
          <a:xfrm>
            <a:off x="5940771" y="2631222"/>
            <a:ext cx="195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Arm Simulator OPCUA Remote Human Machine Interface 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B2D12D-67AD-5AED-5A30-7D0C522365D9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689344" y="1609746"/>
            <a:ext cx="3211175" cy="40123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22296" y="1578985"/>
            <a:ext cx="3579817" cy="47620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09464" y="1331614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56119" y="1578985"/>
            <a:ext cx="3476351" cy="4762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292654" y="1188336"/>
            <a:ext cx="2683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Production Process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49603" y="4219379"/>
            <a:ext cx="1617223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Sensor Value to 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56119" y="1594256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3D Robot Arm Simulator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970616" y="4280319"/>
            <a:ext cx="2005983" cy="30777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Ground Cube Position Sensor 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970616" y="4753841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Joint Rotation Angle Sensors : base, Shoulder, Elbow, Wrist, Gripper Rotation</a:t>
            </a:r>
            <a:endParaRPr lang="en-SG" sz="105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57058" y="1609745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465979" y="1214207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Sensing &amp; Manipulating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174675" y="24489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44774" y="2052508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477215" y="3218997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 flipH="1">
            <a:off x="6262032" y="2596861"/>
            <a:ext cx="10038" cy="329544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45209" y="5938131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03765" y="2183517"/>
            <a:ext cx="1193597" cy="42559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474892" y="1281995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25166" y="1611237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64794" y="2192712"/>
            <a:ext cx="1145147" cy="37930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43762" y="123590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LEVEL2-Monitoring &amp; Supervising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04261" y="1897490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273701" y="5338455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Motor </a:t>
            </a:r>
            <a:r>
              <a:rPr lang="en-US" sz="1050" b="1" dirty="0" err="1"/>
              <a:t>Siganl</a:t>
            </a:r>
            <a:r>
              <a:rPr lang="en-US" sz="1050" b="1" dirty="0"/>
              <a:t> to PLC output </a:t>
            </a:r>
            <a:endParaRPr lang="en-SG" sz="1050" b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29184" y="3164829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4414" y="323255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08332" y="3796292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574730" y="2744725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171968" y="305422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171968" y="367527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50" y="4245740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182919" y="5451761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>
            <a:off x="5576083" y="4936461"/>
            <a:ext cx="0" cy="4867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33113" y="5980212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44774" y="4897602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676218" y="3673114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570204" y="3520481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 flipH="1">
            <a:off x="6719358" y="3993500"/>
            <a:ext cx="4628" cy="169912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50680" y="4285270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87428" y="490180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6989592" y="5659082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30556" y="4318753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32298" y="4973646"/>
            <a:ext cx="2430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31970" y="569262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5974786" y="2588050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5984824" y="320208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5994519" y="379124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5984824" y="559269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66597" y="2931151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 flipV="1">
            <a:off x="6284729" y="4498161"/>
            <a:ext cx="647621" cy="8176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 flipV="1">
            <a:off x="6276569" y="5130259"/>
            <a:ext cx="71085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 flipV="1">
            <a:off x="6245937" y="5866178"/>
            <a:ext cx="74149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7860772" y="2609108"/>
            <a:ext cx="0" cy="322433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677915" y="4431425"/>
            <a:ext cx="18536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0385" y="5027080"/>
            <a:ext cx="16289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667276" y="5833446"/>
            <a:ext cx="19349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</p:cNvCxnSpPr>
          <p:nvPr/>
        </p:nvCxnSpPr>
        <p:spPr>
          <a:xfrm flipV="1">
            <a:off x="8297362" y="2369746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</p:cNvCxnSpPr>
          <p:nvPr/>
        </p:nvCxnSpPr>
        <p:spPr>
          <a:xfrm>
            <a:off x="10009941" y="2382363"/>
            <a:ext cx="3608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9355071" y="2572014"/>
            <a:ext cx="0" cy="337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3ADB8F2-F3AA-3A49-0CA6-7CDB8F57A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13" y="1897490"/>
            <a:ext cx="3071311" cy="2144797"/>
          </a:xfrm>
          <a:prstGeom prst="rect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BC571B0-9059-2A79-AD4A-4A317218326E}"/>
              </a:ext>
            </a:extLst>
          </p:cNvPr>
          <p:cNvCxnSpPr>
            <a:cxnSpLocks/>
            <a:endCxn id="18" idx="3"/>
          </p:cNvCxnSpPr>
          <p:nvPr/>
        </p:nvCxnSpPr>
        <p:spPr>
          <a:xfrm rot="10800000" flipV="1">
            <a:off x="3046813" y="4649037"/>
            <a:ext cx="438267" cy="359756"/>
          </a:xfrm>
          <a:prstGeom prst="bentConnector3">
            <a:avLst>
              <a:gd name="adj1" fmla="val -216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C20CB28-E72D-7582-7CFB-6B273CE71909}"/>
              </a:ext>
            </a:extLst>
          </p:cNvPr>
          <p:cNvSpPr/>
          <p:nvPr/>
        </p:nvSpPr>
        <p:spPr>
          <a:xfrm>
            <a:off x="596528" y="5535382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Servo Motor Signal : base, Shoulder, Elbow, Wrist, Gripper Rotation and Opening.</a:t>
            </a:r>
            <a:endParaRPr lang="en-SG" sz="1050" b="1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A2BAD7-47E4-D8F1-04F8-5060F37AAE49}"/>
              </a:ext>
            </a:extLst>
          </p:cNvPr>
          <p:cNvCxnSpPr>
            <a:cxnSpLocks/>
            <a:stCxn id="51" idx="1"/>
            <a:endCxn id="30" idx="3"/>
          </p:cNvCxnSpPr>
          <p:nvPr/>
        </p:nvCxnSpPr>
        <p:spPr>
          <a:xfrm rot="10800000" flipV="1">
            <a:off x="2672725" y="5553284"/>
            <a:ext cx="600977" cy="2370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661042-1D30-A38B-F7B4-EED8ADB947B9}"/>
              </a:ext>
            </a:extLst>
          </p:cNvPr>
          <p:cNvCxnSpPr>
            <a:cxnSpLocks/>
            <a:stCxn id="14" idx="3"/>
            <a:endCxn id="7" idx="1"/>
          </p:cNvCxnSpPr>
          <p:nvPr/>
        </p:nvCxnSpPr>
        <p:spPr>
          <a:xfrm>
            <a:off x="2976599" y="4434208"/>
            <a:ext cx="27300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98D84AA-DC0E-69C3-687C-76F93B29365F}"/>
              </a:ext>
            </a:extLst>
          </p:cNvPr>
          <p:cNvCxnSpPr>
            <a:cxnSpLocks/>
          </p:cNvCxnSpPr>
          <p:nvPr/>
        </p:nvCxnSpPr>
        <p:spPr>
          <a:xfrm>
            <a:off x="641673" y="4048950"/>
            <a:ext cx="0" cy="15043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91C5588-315E-5568-E238-0D136A086A6C}"/>
              </a:ext>
            </a:extLst>
          </p:cNvPr>
          <p:cNvCxnSpPr>
            <a:endCxn id="18" idx="1"/>
          </p:cNvCxnSpPr>
          <p:nvPr/>
        </p:nvCxnSpPr>
        <p:spPr>
          <a:xfrm rot="16200000" flipH="1">
            <a:off x="398579" y="4436755"/>
            <a:ext cx="959843" cy="18423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63889CC-A358-FAC1-6A4B-E85889CBCDB4}"/>
              </a:ext>
            </a:extLst>
          </p:cNvPr>
          <p:cNvCxnSpPr>
            <a:cxnSpLocks/>
          </p:cNvCxnSpPr>
          <p:nvPr/>
        </p:nvCxnSpPr>
        <p:spPr>
          <a:xfrm>
            <a:off x="795528" y="4453640"/>
            <a:ext cx="1750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F01892-1593-E010-93DB-9B2D018DF8B6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901074" y="5599625"/>
            <a:ext cx="28184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31777592-7BD1-08EC-676C-E1C10D9DC061}"/>
              </a:ext>
            </a:extLst>
          </p:cNvPr>
          <p:cNvSpPr txBox="1"/>
          <p:nvPr/>
        </p:nvSpPr>
        <p:spPr>
          <a:xfrm>
            <a:off x="6686269" y="4598433"/>
            <a:ext cx="11935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Coordinate Val</a:t>
            </a:r>
            <a:endParaRPr lang="en-SG" sz="11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AF676FA-188E-C51C-077D-DDD4F2F2FFC7}"/>
              </a:ext>
            </a:extLst>
          </p:cNvPr>
          <p:cNvSpPr txBox="1"/>
          <p:nvPr/>
        </p:nvSpPr>
        <p:spPr>
          <a:xfrm>
            <a:off x="6719358" y="5236609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Angle Val</a:t>
            </a:r>
            <a:endParaRPr lang="en-SG" sz="11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4E2A91-2601-04B0-DBE2-4BDEA97132D3}"/>
              </a:ext>
            </a:extLst>
          </p:cNvPr>
          <p:cNvSpPr txBox="1"/>
          <p:nvPr/>
        </p:nvSpPr>
        <p:spPr>
          <a:xfrm>
            <a:off x="6683394" y="5975343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State Val</a:t>
            </a:r>
            <a:endParaRPr lang="en-SG" sz="11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A9A5921-80D8-9F59-7114-122FB50ED170}"/>
              </a:ext>
            </a:extLst>
          </p:cNvPr>
          <p:cNvSpPr txBox="1"/>
          <p:nvPr/>
        </p:nvSpPr>
        <p:spPr>
          <a:xfrm>
            <a:off x="4923133" y="5768113"/>
            <a:ext cx="12791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Servo Motor Angle </a:t>
            </a:r>
            <a:endParaRPr lang="en-SG" sz="11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330049F-ACB6-1F1C-8201-49D9E01A081D}"/>
              </a:ext>
            </a:extLst>
          </p:cNvPr>
          <p:cNvSpPr txBox="1"/>
          <p:nvPr/>
        </p:nvSpPr>
        <p:spPr>
          <a:xfrm>
            <a:off x="4752162" y="3919463"/>
            <a:ext cx="15578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Gripper Sensor State</a:t>
            </a:r>
            <a:endParaRPr lang="en-SG" sz="11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AE190EE-CEBC-5FA1-7E50-F6E86E9B46E2}"/>
              </a:ext>
            </a:extLst>
          </p:cNvPr>
          <p:cNvSpPr txBox="1"/>
          <p:nvPr/>
        </p:nvSpPr>
        <p:spPr>
          <a:xfrm>
            <a:off x="4759248" y="3358468"/>
            <a:ext cx="919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Joint Angle </a:t>
            </a:r>
            <a:endParaRPr lang="en-SG" sz="11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30BABDF-9F6F-3FA7-EC64-57F514FC3A5C}"/>
              </a:ext>
            </a:extLst>
          </p:cNvPr>
          <p:cNvSpPr txBox="1"/>
          <p:nvPr/>
        </p:nvSpPr>
        <p:spPr>
          <a:xfrm>
            <a:off x="4781035" y="2764015"/>
            <a:ext cx="13544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Cube Position </a:t>
            </a:r>
            <a:endParaRPr lang="en-SG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E83DBEA-9CA6-EB29-A7EB-B88BB8CF7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5070" y="3725331"/>
            <a:ext cx="2963720" cy="16520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72AD645A-BBBD-602C-65A0-120BA5593ED5}"/>
              </a:ext>
            </a:extLst>
          </p:cNvPr>
          <p:cNvSpPr/>
          <p:nvPr/>
        </p:nvSpPr>
        <p:spPr>
          <a:xfrm>
            <a:off x="8856528" y="2909277"/>
            <a:ext cx="1252960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Cube Position Display Manager </a:t>
            </a:r>
            <a:endParaRPr lang="en-SG" sz="1050" b="1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754EBAF-E46B-E84F-FB28-23C1131C59C5}"/>
              </a:ext>
            </a:extLst>
          </p:cNvPr>
          <p:cNvCxnSpPr>
            <a:cxnSpLocks/>
          </p:cNvCxnSpPr>
          <p:nvPr/>
        </p:nvCxnSpPr>
        <p:spPr>
          <a:xfrm>
            <a:off x="9352782" y="3298638"/>
            <a:ext cx="0" cy="4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4AACF2D-9890-897F-A86F-3348652CDCF8}"/>
              </a:ext>
            </a:extLst>
          </p:cNvPr>
          <p:cNvSpPr/>
          <p:nvPr/>
        </p:nvSpPr>
        <p:spPr>
          <a:xfrm>
            <a:off x="10370790" y="2169011"/>
            <a:ext cx="1352271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Joint Current Angle Display manager</a:t>
            </a:r>
            <a:endParaRPr lang="en-SG" sz="1050" b="1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19BF14B-BE25-4FFE-8CDF-099C612A1510}"/>
              </a:ext>
            </a:extLst>
          </p:cNvPr>
          <p:cNvSpPr/>
          <p:nvPr/>
        </p:nvSpPr>
        <p:spPr>
          <a:xfrm>
            <a:off x="10434482" y="2931151"/>
            <a:ext cx="948874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Motor Angle</a:t>
            </a:r>
          </a:p>
          <a:p>
            <a:r>
              <a:rPr lang="en-US" sz="1050" b="1" dirty="0"/>
              <a:t>Controller </a:t>
            </a:r>
            <a:endParaRPr lang="en-SG" sz="1050" b="1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3ACB9B-48F8-EFB5-3D12-276EA1EC351A}"/>
              </a:ext>
            </a:extLst>
          </p:cNvPr>
          <p:cNvCxnSpPr>
            <a:cxnSpLocks/>
          </p:cNvCxnSpPr>
          <p:nvPr/>
        </p:nvCxnSpPr>
        <p:spPr>
          <a:xfrm>
            <a:off x="11576304" y="2572014"/>
            <a:ext cx="0" cy="1130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2D1A3422-E362-A532-D2D2-11C078364632}"/>
              </a:ext>
            </a:extLst>
          </p:cNvPr>
          <p:cNvCxnSpPr>
            <a:cxnSpLocks/>
          </p:cNvCxnSpPr>
          <p:nvPr/>
        </p:nvCxnSpPr>
        <p:spPr>
          <a:xfrm flipV="1">
            <a:off x="10867638" y="3335989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FFD1D4F5-2D0E-F8F0-9D60-9F6E24B9B099}"/>
              </a:ext>
            </a:extLst>
          </p:cNvPr>
          <p:cNvCxnSpPr>
            <a:cxnSpLocks/>
            <a:stCxn id="132" idx="0"/>
            <a:endCxn id="173" idx="2"/>
          </p:cNvCxnSpPr>
          <p:nvPr/>
        </p:nvCxnSpPr>
        <p:spPr>
          <a:xfrm rot="16200000" flipV="1">
            <a:off x="9993576" y="2015807"/>
            <a:ext cx="359137" cy="14715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DB00403C-9F44-FD3F-29FB-D28D3999B890}"/>
              </a:ext>
            </a:extLst>
          </p:cNvPr>
          <p:cNvSpPr txBox="1"/>
          <p:nvPr/>
        </p:nvSpPr>
        <p:spPr>
          <a:xfrm>
            <a:off x="8838782" y="3406687"/>
            <a:ext cx="1745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Controller</a:t>
            </a:r>
            <a:endParaRPr lang="en-SG" sz="1200" b="1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4FDEF069-0F8E-9646-56D3-3597B4228F6E}"/>
              </a:ext>
            </a:extLst>
          </p:cNvPr>
          <p:cNvCxnSpPr>
            <a:cxnSpLocks/>
          </p:cNvCxnSpPr>
          <p:nvPr/>
        </p:nvCxnSpPr>
        <p:spPr>
          <a:xfrm flipV="1">
            <a:off x="10578533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6" name="Graphic 155" descr="Construction worker male with solid fill">
            <a:extLst>
              <a:ext uri="{FF2B5EF4-FFF2-40B4-BE49-F238E27FC236}">
                <a16:creationId xmlns:a16="http://schemas.microsoft.com/office/drawing/2014/main" id="{890F1678-2E19-4A59-25FA-DBD0810BE3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94931" y="5773420"/>
            <a:ext cx="579846" cy="579846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44D08AD0-C2F5-2555-571D-1D972CCD7D48}"/>
              </a:ext>
            </a:extLst>
          </p:cNvPr>
          <p:cNvSpPr txBox="1"/>
          <p:nvPr/>
        </p:nvSpPr>
        <p:spPr>
          <a:xfrm>
            <a:off x="10795526" y="5747488"/>
            <a:ext cx="1104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User Manual Control</a:t>
            </a:r>
            <a:endParaRPr lang="en-SG" sz="1200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29E73E5D-58DF-7515-BF3C-8D84DDD2F5C9}"/>
              </a:ext>
            </a:extLst>
          </p:cNvPr>
          <p:cNvCxnSpPr>
            <a:cxnSpLocks/>
          </p:cNvCxnSpPr>
          <p:nvPr/>
        </p:nvCxnSpPr>
        <p:spPr>
          <a:xfrm flipV="1">
            <a:off x="9021005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9A08C303-5220-9A10-01FA-D74A8379F3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6773" y="5790333"/>
            <a:ext cx="440722" cy="539443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8E4ED56C-3EB8-3503-9F7C-8174CF992477}"/>
              </a:ext>
            </a:extLst>
          </p:cNvPr>
          <p:cNvSpPr txBox="1"/>
          <p:nvPr/>
        </p:nvSpPr>
        <p:spPr>
          <a:xfrm>
            <a:off x="9183410" y="5747488"/>
            <a:ext cx="128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Pre-load Auto Control Action config file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9570E-6814-D85B-C8BD-0B3FAA16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0" y="292978"/>
            <a:ext cx="7223160" cy="62720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51F5CF-5467-2242-C9A4-076A6E026325}"/>
              </a:ext>
            </a:extLst>
          </p:cNvPr>
          <p:cNvSpPr txBox="1"/>
          <p:nvPr/>
        </p:nvSpPr>
        <p:spPr>
          <a:xfrm>
            <a:off x="1204260" y="710292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OpenGL Robot Arm Canvas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E106771-CB49-250E-7445-900BE58ADC98}"/>
              </a:ext>
            </a:extLst>
          </p:cNvPr>
          <p:cNvCxnSpPr>
            <a:cxnSpLocks/>
          </p:cNvCxnSpPr>
          <p:nvPr/>
        </p:nvCxnSpPr>
        <p:spPr>
          <a:xfrm flipH="1">
            <a:off x="8427420" y="710292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F99DA8B-AA34-37AD-6D4E-B354CD4002FE}"/>
              </a:ext>
            </a:extLst>
          </p:cNvPr>
          <p:cNvSpPr txBox="1"/>
          <p:nvPr/>
        </p:nvSpPr>
        <p:spPr>
          <a:xfrm>
            <a:off x="8975467" y="546477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Panel</a:t>
            </a:r>
            <a:endParaRPr lang="en-SG" sz="12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3FB65B0-D7D7-85A9-E55A-5EC7F603C000}"/>
              </a:ext>
            </a:extLst>
          </p:cNvPr>
          <p:cNvCxnSpPr>
            <a:cxnSpLocks/>
          </p:cNvCxnSpPr>
          <p:nvPr/>
        </p:nvCxnSpPr>
        <p:spPr>
          <a:xfrm flipV="1">
            <a:off x="5495088" y="4044977"/>
            <a:ext cx="0" cy="514987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6D50DA8-6377-1EB3-4A07-191ABE82EF4F}"/>
              </a:ext>
            </a:extLst>
          </p:cNvPr>
          <p:cNvSpPr txBox="1"/>
          <p:nvPr/>
        </p:nvSpPr>
        <p:spPr>
          <a:xfrm>
            <a:off x="4815840" y="4621970"/>
            <a:ext cx="1284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Object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A2FDBF-4896-9054-C049-43F9D4EAE85A}"/>
              </a:ext>
            </a:extLst>
          </p:cNvPr>
          <p:cNvCxnSpPr/>
          <p:nvPr/>
        </p:nvCxnSpPr>
        <p:spPr>
          <a:xfrm>
            <a:off x="4142232" y="3529584"/>
            <a:ext cx="1075051" cy="9144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276FF5DB-4E95-A955-B7BA-A32EA0331EB3}"/>
              </a:ext>
            </a:extLst>
          </p:cNvPr>
          <p:cNvCxnSpPr/>
          <p:nvPr/>
        </p:nvCxnSpPr>
        <p:spPr>
          <a:xfrm rot="5400000">
            <a:off x="4610639" y="3690143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870F757-9159-A731-33AB-5CE8DAA0A2D3}"/>
              </a:ext>
            </a:extLst>
          </p:cNvPr>
          <p:cNvSpPr txBox="1"/>
          <p:nvPr/>
        </p:nvSpPr>
        <p:spPr>
          <a:xfrm>
            <a:off x="1204260" y="3913633"/>
            <a:ext cx="106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 range robot arm can reach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D17F86-0699-89D1-AE48-33E3ADA9F7EF}"/>
              </a:ext>
            </a:extLst>
          </p:cNvPr>
          <p:cNvSpPr txBox="1"/>
          <p:nvPr/>
        </p:nvSpPr>
        <p:spPr>
          <a:xfrm>
            <a:off x="2249256" y="4821390"/>
            <a:ext cx="20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EE04049-1B48-DC4E-E25C-618B4F480C68}"/>
              </a:ext>
            </a:extLst>
          </p:cNvPr>
          <p:cNvCxnSpPr>
            <a:cxnSpLocks/>
          </p:cNvCxnSpPr>
          <p:nvPr/>
        </p:nvCxnSpPr>
        <p:spPr>
          <a:xfrm flipV="1">
            <a:off x="4142232" y="2532888"/>
            <a:ext cx="438912" cy="32211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DABAB1-0B45-F6A2-C3F1-090DF910DBE9}"/>
              </a:ext>
            </a:extLst>
          </p:cNvPr>
          <p:cNvCxnSpPr>
            <a:cxnSpLocks/>
          </p:cNvCxnSpPr>
          <p:nvPr/>
        </p:nvCxnSpPr>
        <p:spPr>
          <a:xfrm flipV="1">
            <a:off x="3035808" y="2653830"/>
            <a:ext cx="1280160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EB660F-6E2D-3137-ED96-5EF5A333BE96}"/>
              </a:ext>
            </a:extLst>
          </p:cNvPr>
          <p:cNvSpPr txBox="1"/>
          <p:nvPr/>
        </p:nvSpPr>
        <p:spPr>
          <a:xfrm>
            <a:off x="1739180" y="2473545"/>
            <a:ext cx="1665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3748DCC-15C4-113E-B1A6-CFA168295D04}"/>
              </a:ext>
            </a:extLst>
          </p:cNvPr>
          <p:cNvCxnSpPr>
            <a:cxnSpLocks/>
          </p:cNvCxnSpPr>
          <p:nvPr/>
        </p:nvCxnSpPr>
        <p:spPr>
          <a:xfrm>
            <a:off x="2026912" y="4236798"/>
            <a:ext cx="615704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0AE0D97-F1BD-3C49-C9AD-E8B33CB5711C}"/>
              </a:ext>
            </a:extLst>
          </p:cNvPr>
          <p:cNvCxnSpPr>
            <a:cxnSpLocks/>
          </p:cNvCxnSpPr>
          <p:nvPr/>
        </p:nvCxnSpPr>
        <p:spPr>
          <a:xfrm>
            <a:off x="5050538" y="2465039"/>
            <a:ext cx="271270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6FA8271-0236-E794-0A53-27AFFAB42B7D}"/>
              </a:ext>
            </a:extLst>
          </p:cNvPr>
          <p:cNvCxnSpPr>
            <a:cxnSpLocks/>
          </p:cNvCxnSpPr>
          <p:nvPr/>
        </p:nvCxnSpPr>
        <p:spPr>
          <a:xfrm flipH="1">
            <a:off x="4815840" y="2465039"/>
            <a:ext cx="234698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7E642145-46BF-A862-8674-266BE8326E44}"/>
              </a:ext>
            </a:extLst>
          </p:cNvPr>
          <p:cNvSpPr txBox="1"/>
          <p:nvPr/>
        </p:nvSpPr>
        <p:spPr>
          <a:xfrm>
            <a:off x="1810060" y="1417505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2EFBC6BA-6F41-F718-BD49-98FFE744CFE5}"/>
              </a:ext>
            </a:extLst>
          </p:cNvPr>
          <p:cNvCxnSpPr>
            <a:cxnSpLocks/>
          </p:cNvCxnSpPr>
          <p:nvPr/>
        </p:nvCxnSpPr>
        <p:spPr>
          <a:xfrm>
            <a:off x="3035808" y="1648337"/>
            <a:ext cx="2014730" cy="824683"/>
          </a:xfrm>
          <a:prstGeom prst="bentConnector3">
            <a:avLst>
              <a:gd name="adj1" fmla="val 99924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795BFA1A-8185-FA7E-241E-FAFC7D31E7F4}"/>
              </a:ext>
            </a:extLst>
          </p:cNvPr>
          <p:cNvCxnSpPr>
            <a:cxnSpLocks/>
          </p:cNvCxnSpPr>
          <p:nvPr/>
        </p:nvCxnSpPr>
        <p:spPr>
          <a:xfrm flipV="1">
            <a:off x="2916936" y="3758184"/>
            <a:ext cx="1821031" cy="1059658"/>
          </a:xfrm>
          <a:prstGeom prst="bentConnector3">
            <a:avLst>
              <a:gd name="adj1" fmla="val 1293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4B2709C-5BC2-5E0F-19A5-071DF0753C68}"/>
              </a:ext>
            </a:extLst>
          </p:cNvPr>
          <p:cNvCxnSpPr>
            <a:cxnSpLocks/>
          </p:cNvCxnSpPr>
          <p:nvPr/>
        </p:nvCxnSpPr>
        <p:spPr>
          <a:xfrm flipV="1">
            <a:off x="5662872" y="2773555"/>
            <a:ext cx="207576" cy="13197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6DC5B24-E669-8D6A-AC8F-4C56D5275903}"/>
              </a:ext>
            </a:extLst>
          </p:cNvPr>
          <p:cNvCxnSpPr>
            <a:cxnSpLocks/>
          </p:cNvCxnSpPr>
          <p:nvPr/>
        </p:nvCxnSpPr>
        <p:spPr>
          <a:xfrm flipH="1" flipV="1">
            <a:off x="5321808" y="2854998"/>
            <a:ext cx="341064" cy="505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7C8B39CB-27D3-C53B-372E-1477DA4E9F72}"/>
              </a:ext>
            </a:extLst>
          </p:cNvPr>
          <p:cNvSpPr txBox="1"/>
          <p:nvPr/>
        </p:nvSpPr>
        <p:spPr>
          <a:xfrm>
            <a:off x="4246733" y="1076975"/>
            <a:ext cx="22548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Wrist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E8F0D49-9C28-B47B-8114-8395CBBD6721}"/>
              </a:ext>
            </a:extLst>
          </p:cNvPr>
          <p:cNvCxnSpPr>
            <a:cxnSpLocks/>
          </p:cNvCxnSpPr>
          <p:nvPr/>
        </p:nvCxnSpPr>
        <p:spPr>
          <a:xfrm flipH="1">
            <a:off x="6263640" y="2156539"/>
            <a:ext cx="5559" cy="37634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4153339-3167-A110-5119-F106F01B0E98}"/>
              </a:ext>
            </a:extLst>
          </p:cNvPr>
          <p:cNvSpPr txBox="1"/>
          <p:nvPr/>
        </p:nvSpPr>
        <p:spPr>
          <a:xfrm>
            <a:off x="5719415" y="1694874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Axis-4: Gripper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6AE5A49-BB0E-7DD6-D1BD-4ADA0613BC5E}"/>
              </a:ext>
            </a:extLst>
          </p:cNvPr>
          <p:cNvCxnSpPr>
            <a:cxnSpLocks/>
          </p:cNvCxnSpPr>
          <p:nvPr/>
        </p:nvCxnSpPr>
        <p:spPr>
          <a:xfrm flipH="1">
            <a:off x="5627763" y="1324318"/>
            <a:ext cx="3196" cy="148556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rrow: Curved Left 108">
            <a:extLst>
              <a:ext uri="{FF2B5EF4-FFF2-40B4-BE49-F238E27FC236}">
                <a16:creationId xmlns:a16="http://schemas.microsoft.com/office/drawing/2014/main" id="{460C7030-A94B-A07D-9EDD-AB873C97B882}"/>
              </a:ext>
            </a:extLst>
          </p:cNvPr>
          <p:cNvSpPr/>
          <p:nvPr/>
        </p:nvSpPr>
        <p:spPr>
          <a:xfrm>
            <a:off x="6211380" y="2608726"/>
            <a:ext cx="321266" cy="402322"/>
          </a:xfrm>
          <a:prstGeom prst="curved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0F274D0-50BA-FCF5-F4CC-5A56DED35B16}"/>
              </a:ext>
            </a:extLst>
          </p:cNvPr>
          <p:cNvCxnSpPr>
            <a:cxnSpLocks/>
          </p:cNvCxnSpPr>
          <p:nvPr/>
        </p:nvCxnSpPr>
        <p:spPr>
          <a:xfrm flipV="1">
            <a:off x="5989320" y="3070413"/>
            <a:ext cx="0" cy="221555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516C641-E72B-B683-9772-6C704516ED92}"/>
              </a:ext>
            </a:extLst>
          </p:cNvPr>
          <p:cNvSpPr txBox="1"/>
          <p:nvPr/>
        </p:nvSpPr>
        <p:spPr>
          <a:xfrm>
            <a:off x="5098815" y="5550929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Axis-5: Gripper Opening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DBACA0D-BBC5-6B1A-57CF-B4964856E44A}"/>
              </a:ext>
            </a:extLst>
          </p:cNvPr>
          <p:cNvCxnSpPr>
            <a:cxnSpLocks/>
          </p:cNvCxnSpPr>
          <p:nvPr/>
        </p:nvCxnSpPr>
        <p:spPr>
          <a:xfrm flipH="1">
            <a:off x="8119272" y="1076975"/>
            <a:ext cx="85619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98F5AF89-D1E1-5681-56CF-538394D3A330}"/>
              </a:ext>
            </a:extLst>
          </p:cNvPr>
          <p:cNvSpPr txBox="1"/>
          <p:nvPr/>
        </p:nvSpPr>
        <p:spPr>
          <a:xfrm>
            <a:off x="9009105" y="865348"/>
            <a:ext cx="2383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Enable/Disable Checkbox</a:t>
            </a:r>
            <a:endParaRPr lang="en-SG" sz="1200" b="1" dirty="0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FDC49AD-2ADF-E641-8398-0658B59D5023}"/>
              </a:ext>
            </a:extLst>
          </p:cNvPr>
          <p:cNvCxnSpPr>
            <a:cxnSpLocks/>
          </p:cNvCxnSpPr>
          <p:nvPr/>
        </p:nvCxnSpPr>
        <p:spPr>
          <a:xfrm flipH="1">
            <a:off x="8351220" y="152106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1C08387-2E8D-7102-FF6C-7DBFD18759FE}"/>
              </a:ext>
            </a:extLst>
          </p:cNvPr>
          <p:cNvSpPr txBox="1"/>
          <p:nvPr/>
        </p:nvSpPr>
        <p:spPr>
          <a:xfrm>
            <a:off x="8975467" y="1369808"/>
            <a:ext cx="2383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Base Servo Motor Control Slider</a:t>
            </a:r>
            <a:endParaRPr lang="en-SG" sz="12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B9CCB07-6508-84DB-E5AC-4FAF9F349A6A}"/>
              </a:ext>
            </a:extLst>
          </p:cNvPr>
          <p:cNvSpPr txBox="1"/>
          <p:nvPr/>
        </p:nvSpPr>
        <p:spPr>
          <a:xfrm>
            <a:off x="1304091" y="5980930"/>
            <a:ext cx="1890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Grond Sensor Grid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70AAC8A-C2F1-2BA9-8826-230808BBDF19}"/>
              </a:ext>
            </a:extLst>
          </p:cNvPr>
          <p:cNvCxnSpPr>
            <a:cxnSpLocks/>
          </p:cNvCxnSpPr>
          <p:nvPr/>
        </p:nvCxnSpPr>
        <p:spPr>
          <a:xfrm flipH="1">
            <a:off x="8351219" y="1925706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2340A837-9DCA-5871-02FD-CA8B6462C4CE}"/>
              </a:ext>
            </a:extLst>
          </p:cNvPr>
          <p:cNvSpPr txBox="1"/>
          <p:nvPr/>
        </p:nvSpPr>
        <p:spPr>
          <a:xfrm>
            <a:off x="8975466" y="177391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Should Servo Motor Control Slider</a:t>
            </a:r>
            <a:endParaRPr lang="en-SG" sz="1200" b="1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7BB2DCB2-B2B0-889E-C0CA-62B31696954A}"/>
              </a:ext>
            </a:extLst>
          </p:cNvPr>
          <p:cNvCxnSpPr>
            <a:cxnSpLocks/>
          </p:cNvCxnSpPr>
          <p:nvPr/>
        </p:nvCxnSpPr>
        <p:spPr>
          <a:xfrm flipH="1">
            <a:off x="8351219" y="2465039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8CF562B7-10C7-7A2E-52F6-379943CAAAA1}"/>
              </a:ext>
            </a:extLst>
          </p:cNvPr>
          <p:cNvSpPr txBox="1"/>
          <p:nvPr/>
        </p:nvSpPr>
        <p:spPr>
          <a:xfrm>
            <a:off x="8971645" y="234921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Elbow Servo Motor Control Slider</a:t>
            </a:r>
            <a:endParaRPr lang="en-SG" sz="1200" b="1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85A20D0-E226-022B-D218-72485F93A9F7}"/>
              </a:ext>
            </a:extLst>
          </p:cNvPr>
          <p:cNvCxnSpPr>
            <a:cxnSpLocks/>
          </p:cNvCxnSpPr>
          <p:nvPr/>
        </p:nvCxnSpPr>
        <p:spPr>
          <a:xfrm flipH="1">
            <a:off x="8351219" y="2905531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D6D543E-112C-42AC-22C5-E95FC2E0B428}"/>
              </a:ext>
            </a:extLst>
          </p:cNvPr>
          <p:cNvSpPr txBox="1"/>
          <p:nvPr/>
        </p:nvSpPr>
        <p:spPr>
          <a:xfrm>
            <a:off x="8971645" y="276703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Wrist Servo Motor Control Slider</a:t>
            </a:r>
            <a:endParaRPr lang="en-SG" sz="1200" b="1" dirty="0"/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F6C9C31C-5910-32B5-A28B-3C21F1D2A21A}"/>
              </a:ext>
            </a:extLst>
          </p:cNvPr>
          <p:cNvCxnSpPr>
            <a:cxnSpLocks/>
          </p:cNvCxnSpPr>
          <p:nvPr/>
        </p:nvCxnSpPr>
        <p:spPr>
          <a:xfrm flipH="1">
            <a:off x="8351218" y="338711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B978AF0C-7274-A588-98CC-81EC9A1A0248}"/>
              </a:ext>
            </a:extLst>
          </p:cNvPr>
          <p:cNvSpPr txBox="1"/>
          <p:nvPr/>
        </p:nvSpPr>
        <p:spPr>
          <a:xfrm>
            <a:off x="8971645" y="324861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Rotation Servo Motor Control Slider</a:t>
            </a:r>
            <a:endParaRPr lang="en-SG" sz="1200" b="1" dirty="0"/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D67A70B-6BEC-B641-CEEB-362270870824}"/>
              </a:ext>
            </a:extLst>
          </p:cNvPr>
          <p:cNvCxnSpPr>
            <a:cxnSpLocks/>
          </p:cNvCxnSpPr>
          <p:nvPr/>
        </p:nvCxnSpPr>
        <p:spPr>
          <a:xfrm flipH="1">
            <a:off x="8345899" y="389534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A033617B-0D4E-2D60-39C5-CAB63F56F767}"/>
              </a:ext>
            </a:extLst>
          </p:cNvPr>
          <p:cNvSpPr txBox="1"/>
          <p:nvPr/>
        </p:nvSpPr>
        <p:spPr>
          <a:xfrm>
            <a:off x="8964945" y="3710280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Opening Servo Motor Control Slider</a:t>
            </a:r>
            <a:endParaRPr lang="en-SG" sz="1200" b="1" dirty="0"/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F361111-058C-EACC-D6E5-1794B27353A8}"/>
              </a:ext>
            </a:extLst>
          </p:cNvPr>
          <p:cNvCxnSpPr>
            <a:cxnSpLocks/>
          </p:cNvCxnSpPr>
          <p:nvPr/>
        </p:nvCxnSpPr>
        <p:spPr>
          <a:xfrm flipH="1">
            <a:off x="8345899" y="430247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8324B2F8-EA5E-AD90-4815-9D38184A3966}"/>
              </a:ext>
            </a:extLst>
          </p:cNvPr>
          <p:cNvSpPr txBox="1"/>
          <p:nvPr/>
        </p:nvSpPr>
        <p:spPr>
          <a:xfrm>
            <a:off x="8964944" y="420654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Grab and Release  Control Button</a:t>
            </a:r>
            <a:endParaRPr lang="en-SG" sz="1200" b="1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83A9FC1-E184-DFD2-DDA5-459B5B40FF95}"/>
              </a:ext>
            </a:extLst>
          </p:cNvPr>
          <p:cNvCxnSpPr>
            <a:cxnSpLocks/>
          </p:cNvCxnSpPr>
          <p:nvPr/>
        </p:nvCxnSpPr>
        <p:spPr>
          <a:xfrm flipH="1" flipV="1">
            <a:off x="7999322" y="4943343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E19CF7A-4EFB-D04A-33C5-807C7438C2D0}"/>
              </a:ext>
            </a:extLst>
          </p:cNvPr>
          <p:cNvSpPr txBox="1"/>
          <p:nvPr/>
        </p:nvSpPr>
        <p:spPr>
          <a:xfrm>
            <a:off x="9002154" y="4807088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Calculated Gripper Position Coordinate </a:t>
            </a:r>
            <a:endParaRPr lang="en-SG" sz="1200" b="1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EBA1201B-B2AB-3624-58BB-4EF2324218FE}"/>
              </a:ext>
            </a:extLst>
          </p:cNvPr>
          <p:cNvCxnSpPr>
            <a:cxnSpLocks/>
          </p:cNvCxnSpPr>
          <p:nvPr/>
        </p:nvCxnSpPr>
        <p:spPr>
          <a:xfrm flipH="1" flipV="1">
            <a:off x="8070320" y="5544320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AE577A70-79DF-08FA-A3C2-B7AA4D8EA721}"/>
              </a:ext>
            </a:extLst>
          </p:cNvPr>
          <p:cNvSpPr txBox="1"/>
          <p:nvPr/>
        </p:nvSpPr>
        <p:spPr>
          <a:xfrm>
            <a:off x="9009105" y="5412429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Position Coordinate Display</a:t>
            </a:r>
            <a:endParaRPr lang="en-SG" sz="1200" b="1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59DB897F-CD62-7594-399E-F5C0B0F0E8BB}"/>
              </a:ext>
            </a:extLst>
          </p:cNvPr>
          <p:cNvCxnSpPr>
            <a:cxnSpLocks/>
          </p:cNvCxnSpPr>
          <p:nvPr/>
        </p:nvCxnSpPr>
        <p:spPr>
          <a:xfrm flipH="1">
            <a:off x="7600328" y="5861312"/>
            <a:ext cx="140182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20F66EE1-9D77-8672-6EB9-3609BBA7AA3D}"/>
              </a:ext>
            </a:extLst>
          </p:cNvPr>
          <p:cNvSpPr txBox="1"/>
          <p:nvPr/>
        </p:nvSpPr>
        <p:spPr>
          <a:xfrm>
            <a:off x="9031396" y="575024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Current Operational State</a:t>
            </a:r>
            <a:endParaRPr lang="en-SG" sz="1200" b="1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542A7154-F04C-B6E7-2472-7C13E7B14390}"/>
              </a:ext>
            </a:extLst>
          </p:cNvPr>
          <p:cNvCxnSpPr>
            <a:cxnSpLocks/>
          </p:cNvCxnSpPr>
          <p:nvPr/>
        </p:nvCxnSpPr>
        <p:spPr>
          <a:xfrm flipH="1">
            <a:off x="8345899" y="6146861"/>
            <a:ext cx="65625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708D50F-9902-A09C-D3CC-8EA3D256FD14}"/>
              </a:ext>
            </a:extLst>
          </p:cNvPr>
          <p:cNvSpPr txBox="1"/>
          <p:nvPr/>
        </p:nvSpPr>
        <p:spPr>
          <a:xfrm>
            <a:off x="9031396" y="6048964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Reset Button</a:t>
            </a:r>
            <a:endParaRPr lang="en-SG" sz="1200" b="1" dirty="0"/>
          </a:p>
        </p:txBody>
      </p:sp>
      <p:sp>
        <p:nvSpPr>
          <p:cNvPr id="145" name="Arrow: Curved Left 144">
            <a:extLst>
              <a:ext uri="{FF2B5EF4-FFF2-40B4-BE49-F238E27FC236}">
                <a16:creationId xmlns:a16="http://schemas.microsoft.com/office/drawing/2014/main" id="{E80F4CCD-8BF3-BBA7-6F21-A76741349EA8}"/>
              </a:ext>
            </a:extLst>
          </p:cNvPr>
          <p:cNvSpPr/>
          <p:nvPr/>
        </p:nvSpPr>
        <p:spPr>
          <a:xfrm>
            <a:off x="4246733" y="3009418"/>
            <a:ext cx="321266" cy="402322"/>
          </a:xfrm>
          <a:prstGeom prst="curvedLeftArrow">
            <a:avLst>
              <a:gd name="adj1" fmla="val 25000"/>
              <a:gd name="adj2" fmla="val 61476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63DC6623-13D9-6656-308A-24C456F70B4E}"/>
              </a:ext>
            </a:extLst>
          </p:cNvPr>
          <p:cNvCxnSpPr>
            <a:cxnSpLocks/>
          </p:cNvCxnSpPr>
          <p:nvPr/>
        </p:nvCxnSpPr>
        <p:spPr>
          <a:xfrm>
            <a:off x="3331140" y="3210579"/>
            <a:ext cx="627888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8D8C705-F9E6-0459-1C21-2544ACBC3AE6}"/>
              </a:ext>
            </a:extLst>
          </p:cNvPr>
          <p:cNvSpPr txBox="1"/>
          <p:nvPr/>
        </p:nvSpPr>
        <p:spPr>
          <a:xfrm>
            <a:off x="2780992" y="3075084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Link-0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E9BB800D-6292-F8B7-1C7A-0BBF89C1A221}"/>
              </a:ext>
            </a:extLst>
          </p:cNvPr>
          <p:cNvCxnSpPr>
            <a:cxnSpLocks/>
          </p:cNvCxnSpPr>
          <p:nvPr/>
        </p:nvCxnSpPr>
        <p:spPr>
          <a:xfrm>
            <a:off x="4540567" y="2156539"/>
            <a:ext cx="0" cy="298298"/>
          </a:xfrm>
          <a:prstGeom prst="straightConnector1">
            <a:avLst/>
          </a:prstGeom>
          <a:ln>
            <a:solidFill>
              <a:srgbClr val="00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327A0CDA-6B79-4028-5D6C-272CFEC84516}"/>
              </a:ext>
            </a:extLst>
          </p:cNvPr>
          <p:cNvSpPr txBox="1"/>
          <p:nvPr/>
        </p:nvSpPr>
        <p:spPr>
          <a:xfrm>
            <a:off x="4251223" y="1912413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FF00"/>
                </a:solidFill>
              </a:rPr>
              <a:t>Link-1</a:t>
            </a:r>
            <a:endParaRPr lang="en-SG" sz="1200" b="1" dirty="0">
              <a:solidFill>
                <a:srgbClr val="00FF00"/>
              </a:solidFill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C4638F15-B5D7-5A36-AD42-18DBD0260106}"/>
              </a:ext>
            </a:extLst>
          </p:cNvPr>
          <p:cNvCxnSpPr>
            <a:cxnSpLocks/>
          </p:cNvCxnSpPr>
          <p:nvPr/>
        </p:nvCxnSpPr>
        <p:spPr>
          <a:xfrm flipV="1">
            <a:off x="5235571" y="2839543"/>
            <a:ext cx="0" cy="360420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5C3661D0-795B-EDCD-9411-4F4749B5498F}"/>
              </a:ext>
            </a:extLst>
          </p:cNvPr>
          <p:cNvSpPr txBox="1"/>
          <p:nvPr/>
        </p:nvSpPr>
        <p:spPr>
          <a:xfrm>
            <a:off x="5090561" y="3188126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Link-2</a:t>
            </a:r>
            <a:endParaRPr lang="en-SG" sz="12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F846574-C17B-EA35-0FCD-F9B1A05A87D9}"/>
              </a:ext>
            </a:extLst>
          </p:cNvPr>
          <p:cNvCxnSpPr>
            <a:cxnSpLocks/>
          </p:cNvCxnSpPr>
          <p:nvPr/>
        </p:nvCxnSpPr>
        <p:spPr>
          <a:xfrm flipH="1" flipV="1">
            <a:off x="6168369" y="2900937"/>
            <a:ext cx="8134" cy="510480"/>
          </a:xfrm>
          <a:prstGeom prst="straightConnector1">
            <a:avLst/>
          </a:prstGeom>
          <a:ln>
            <a:solidFill>
              <a:srgbClr val="FF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0301E21-C179-989F-890E-CF80F4758C99}"/>
              </a:ext>
            </a:extLst>
          </p:cNvPr>
          <p:cNvSpPr txBox="1"/>
          <p:nvPr/>
        </p:nvSpPr>
        <p:spPr>
          <a:xfrm>
            <a:off x="6019170" y="3386009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FF00"/>
                </a:solidFill>
              </a:rPr>
              <a:t>Link-3</a:t>
            </a:r>
            <a:endParaRPr lang="en-SG" sz="12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820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393</Words>
  <Application>Microsoft Office PowerPoint</Application>
  <PresentationFormat>Widescreen</PresentationFormat>
  <Paragraphs>90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18</cp:revision>
  <dcterms:created xsi:type="dcterms:W3CDTF">2026-02-24T06:43:55Z</dcterms:created>
  <dcterms:modified xsi:type="dcterms:W3CDTF">2026-02-25T09:39:27Z</dcterms:modified>
</cp:coreProperties>
</file>