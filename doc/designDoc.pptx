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5" r:id="rId2"/>
    <p:sldId id="256" r:id="rId3"/>
    <p:sldId id="277" r:id="rId4"/>
    <p:sldId id="268" r:id="rId5"/>
    <p:sldId id="269" r:id="rId6"/>
    <p:sldId id="278" r:id="rId7"/>
    <p:sldId id="270" r:id="rId8"/>
    <p:sldId id="271" r:id="rId9"/>
    <p:sldId id="272" r:id="rId10"/>
    <p:sldId id="273" r:id="rId11"/>
    <p:sldId id="274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999315-E8CB-4127-BC52-533BC874DE37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5989E69F-10EA-4863-A904-FE527092000D}">
      <dgm:prSet phldrT="[Text]" phldr="0"/>
      <dgm:spPr>
        <a:ln>
          <a:noFill/>
        </a:ln>
      </dgm:spPr>
      <dgm:t>
        <a:bodyPr/>
        <a:lstStyle/>
        <a:p>
          <a:r>
            <a:rPr lang="en-US" dirty="0"/>
            <a:t> </a:t>
          </a:r>
          <a:endParaRPr lang="en-SG" dirty="0"/>
        </a:p>
      </dgm:t>
    </dgm:pt>
    <dgm:pt modelId="{F0C4066A-311F-4388-A51E-76B0E02C0284}" type="parTrans" cxnId="{89A3A1A3-9D33-4943-8FF0-FFCA0D4F93D4}">
      <dgm:prSet/>
      <dgm:spPr/>
      <dgm:t>
        <a:bodyPr/>
        <a:lstStyle/>
        <a:p>
          <a:endParaRPr lang="en-SG"/>
        </a:p>
      </dgm:t>
    </dgm:pt>
    <dgm:pt modelId="{D15EE51A-04B1-4CEB-B3E8-5DEC47DD9D1F}" type="sibTrans" cxnId="{89A3A1A3-9D33-4943-8FF0-FFCA0D4F93D4}">
      <dgm:prSet/>
      <dgm:spPr/>
      <dgm:t>
        <a:bodyPr/>
        <a:lstStyle/>
        <a:p>
          <a:endParaRPr lang="en-SG"/>
        </a:p>
      </dgm:t>
    </dgm:pt>
    <dgm:pt modelId="{094DA1E3-9BEB-4600-8898-A0B1BEF7783A}">
      <dgm:prSet phldrT="[Text]" phldr="0"/>
      <dgm:spPr>
        <a:solidFill>
          <a:srgbClr val="7030A0"/>
        </a:solidFill>
        <a:ln>
          <a:noFill/>
        </a:ln>
      </dgm:spPr>
      <dgm:t>
        <a:bodyPr/>
        <a:lstStyle/>
        <a:p>
          <a:r>
            <a:rPr lang="en-US" dirty="0"/>
            <a:t> </a:t>
          </a:r>
          <a:endParaRPr lang="en-SG" dirty="0"/>
        </a:p>
      </dgm:t>
    </dgm:pt>
    <dgm:pt modelId="{4EE02993-E0CB-4DFC-B6D9-282CE3F6AFA3}" type="parTrans" cxnId="{756853E8-87B8-4A48-BD6D-554663576A3D}">
      <dgm:prSet/>
      <dgm:spPr/>
      <dgm:t>
        <a:bodyPr/>
        <a:lstStyle/>
        <a:p>
          <a:endParaRPr lang="en-SG"/>
        </a:p>
      </dgm:t>
    </dgm:pt>
    <dgm:pt modelId="{9E079F3A-C9EC-485F-A526-2AB2806E4418}" type="sibTrans" cxnId="{756853E8-87B8-4A48-BD6D-554663576A3D}">
      <dgm:prSet/>
      <dgm:spPr/>
      <dgm:t>
        <a:bodyPr/>
        <a:lstStyle/>
        <a:p>
          <a:endParaRPr lang="en-SG"/>
        </a:p>
      </dgm:t>
    </dgm:pt>
    <dgm:pt modelId="{6AFF597E-44CC-4480-A370-2228DF72227E}">
      <dgm:prSet phldrT="[Text]" phldr="0"/>
      <dgm:spPr>
        <a:solidFill>
          <a:schemeClr val="accent2">
            <a:lumMod val="75000"/>
          </a:schemeClr>
        </a:solidFill>
        <a:ln>
          <a:noFill/>
        </a:ln>
      </dgm:spPr>
      <dgm:t>
        <a:bodyPr/>
        <a:lstStyle/>
        <a:p>
          <a:endParaRPr lang="en-SG" dirty="0"/>
        </a:p>
      </dgm:t>
    </dgm:pt>
    <dgm:pt modelId="{1890E926-5E05-4F80-992F-97AAAC191A51}" type="parTrans" cxnId="{FCE2036F-AB80-4D14-B553-38C9D2155447}">
      <dgm:prSet/>
      <dgm:spPr/>
      <dgm:t>
        <a:bodyPr/>
        <a:lstStyle/>
        <a:p>
          <a:endParaRPr lang="en-SG"/>
        </a:p>
      </dgm:t>
    </dgm:pt>
    <dgm:pt modelId="{2F4BD46D-954B-4619-A60E-9DF5DF3D99CD}" type="sibTrans" cxnId="{FCE2036F-AB80-4D14-B553-38C9D2155447}">
      <dgm:prSet/>
      <dgm:spPr/>
      <dgm:t>
        <a:bodyPr/>
        <a:lstStyle/>
        <a:p>
          <a:endParaRPr lang="en-SG"/>
        </a:p>
      </dgm:t>
    </dgm:pt>
    <dgm:pt modelId="{D421BBAA-CCFB-4819-AF4B-7A1880C66D97}">
      <dgm:prSet phldrT="[Text]" phldr="0"/>
      <dgm:spPr>
        <a:solidFill>
          <a:srgbClr val="FFC000"/>
        </a:solidFill>
        <a:ln>
          <a:noFill/>
        </a:ln>
      </dgm:spPr>
      <dgm:t>
        <a:bodyPr/>
        <a:lstStyle/>
        <a:p>
          <a:endParaRPr lang="en-SG" dirty="0"/>
        </a:p>
      </dgm:t>
    </dgm:pt>
    <dgm:pt modelId="{74013A1D-59FD-40D3-BD16-344F341AAB97}" type="parTrans" cxnId="{3603FD50-6799-43E9-9BD7-A67EE29BF808}">
      <dgm:prSet/>
      <dgm:spPr/>
      <dgm:t>
        <a:bodyPr/>
        <a:lstStyle/>
        <a:p>
          <a:endParaRPr lang="en-SG"/>
        </a:p>
      </dgm:t>
    </dgm:pt>
    <dgm:pt modelId="{5707FDDC-DB1B-4501-9C4E-08B3331A30B3}" type="sibTrans" cxnId="{3603FD50-6799-43E9-9BD7-A67EE29BF808}">
      <dgm:prSet/>
      <dgm:spPr/>
      <dgm:t>
        <a:bodyPr/>
        <a:lstStyle/>
        <a:p>
          <a:endParaRPr lang="en-SG"/>
        </a:p>
      </dgm:t>
    </dgm:pt>
    <dgm:pt modelId="{C4868369-38EF-47FD-9623-86B4E3E53A8E}">
      <dgm:prSet phldrT="[Text]" phldr="0"/>
      <dgm:spPr>
        <a:solidFill>
          <a:schemeClr val="accent6">
            <a:lumMod val="75000"/>
          </a:schemeClr>
        </a:solidFill>
        <a:ln>
          <a:noFill/>
        </a:ln>
      </dgm:spPr>
      <dgm:t>
        <a:bodyPr/>
        <a:lstStyle/>
        <a:p>
          <a:endParaRPr lang="en-SG" dirty="0"/>
        </a:p>
      </dgm:t>
    </dgm:pt>
    <dgm:pt modelId="{EEB2445C-30BC-4536-835D-4D647FC848B2}" type="parTrans" cxnId="{514D5951-8375-4AF4-BBB2-FBB53507965C}">
      <dgm:prSet/>
      <dgm:spPr/>
      <dgm:t>
        <a:bodyPr/>
        <a:lstStyle/>
        <a:p>
          <a:endParaRPr lang="en-SG"/>
        </a:p>
      </dgm:t>
    </dgm:pt>
    <dgm:pt modelId="{EBC09E0C-1D02-4CC0-8949-20CCFDD211F9}" type="sibTrans" cxnId="{514D5951-8375-4AF4-BBB2-FBB53507965C}">
      <dgm:prSet/>
      <dgm:spPr/>
      <dgm:t>
        <a:bodyPr/>
        <a:lstStyle/>
        <a:p>
          <a:endParaRPr lang="en-SG"/>
        </a:p>
      </dgm:t>
    </dgm:pt>
    <dgm:pt modelId="{D7FC2E5E-3E17-450D-A879-8A57B65A9FEC}" type="pres">
      <dgm:prSet presAssocID="{96999315-E8CB-4127-BC52-533BC874DE37}" presName="Name0" presStyleCnt="0">
        <dgm:presLayoutVars>
          <dgm:dir/>
          <dgm:animLvl val="lvl"/>
          <dgm:resizeHandles val="exact"/>
        </dgm:presLayoutVars>
      </dgm:prSet>
      <dgm:spPr/>
    </dgm:pt>
    <dgm:pt modelId="{9BBE380E-DB0E-4283-8EC1-25C115D3BC2B}" type="pres">
      <dgm:prSet presAssocID="{5989E69F-10EA-4863-A904-FE527092000D}" presName="Name8" presStyleCnt="0"/>
      <dgm:spPr/>
    </dgm:pt>
    <dgm:pt modelId="{CCA45510-C3E4-4395-BD45-C7AB0E24FC02}" type="pres">
      <dgm:prSet presAssocID="{5989E69F-10EA-4863-A904-FE527092000D}" presName="level" presStyleLbl="node1" presStyleIdx="0" presStyleCnt="5">
        <dgm:presLayoutVars>
          <dgm:chMax val="1"/>
          <dgm:bulletEnabled val="1"/>
        </dgm:presLayoutVars>
      </dgm:prSet>
      <dgm:spPr/>
    </dgm:pt>
    <dgm:pt modelId="{0DA0DD48-2D58-402A-854D-050EBB52AE36}" type="pres">
      <dgm:prSet presAssocID="{5989E69F-10EA-4863-A904-FE527092000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2AFA8E7-9E52-45BE-98D0-7DDA9466AF1F}" type="pres">
      <dgm:prSet presAssocID="{094DA1E3-9BEB-4600-8898-A0B1BEF7783A}" presName="Name8" presStyleCnt="0"/>
      <dgm:spPr/>
    </dgm:pt>
    <dgm:pt modelId="{B61D9695-72D8-4E85-8C0A-CD92B827F221}" type="pres">
      <dgm:prSet presAssocID="{094DA1E3-9BEB-4600-8898-A0B1BEF7783A}" presName="level" presStyleLbl="node1" presStyleIdx="1" presStyleCnt="5">
        <dgm:presLayoutVars>
          <dgm:chMax val="1"/>
          <dgm:bulletEnabled val="1"/>
        </dgm:presLayoutVars>
      </dgm:prSet>
      <dgm:spPr/>
    </dgm:pt>
    <dgm:pt modelId="{91272044-B144-46C6-93C5-D65DE7C819BD}" type="pres">
      <dgm:prSet presAssocID="{094DA1E3-9BEB-4600-8898-A0B1BEF7783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C6C02FB-5859-42C9-9DF2-C4FEDAC1400B}" type="pres">
      <dgm:prSet presAssocID="{6AFF597E-44CC-4480-A370-2228DF72227E}" presName="Name8" presStyleCnt="0"/>
      <dgm:spPr/>
    </dgm:pt>
    <dgm:pt modelId="{6C9B9124-607A-4B1A-A08B-83B7F9E3C015}" type="pres">
      <dgm:prSet presAssocID="{6AFF597E-44CC-4480-A370-2228DF72227E}" presName="level" presStyleLbl="node1" presStyleIdx="2" presStyleCnt="5">
        <dgm:presLayoutVars>
          <dgm:chMax val="1"/>
          <dgm:bulletEnabled val="1"/>
        </dgm:presLayoutVars>
      </dgm:prSet>
      <dgm:spPr/>
    </dgm:pt>
    <dgm:pt modelId="{246C353D-7901-45E3-8689-6B10E02A18F3}" type="pres">
      <dgm:prSet presAssocID="{6AFF597E-44CC-4480-A370-2228DF72227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7B0214A-750E-4650-9E87-374EAD99DC5C}" type="pres">
      <dgm:prSet presAssocID="{D421BBAA-CCFB-4819-AF4B-7A1880C66D97}" presName="Name8" presStyleCnt="0"/>
      <dgm:spPr/>
    </dgm:pt>
    <dgm:pt modelId="{C0DCB391-9B69-4603-98F9-C88BAAD5D1AB}" type="pres">
      <dgm:prSet presAssocID="{D421BBAA-CCFB-4819-AF4B-7A1880C66D97}" presName="level" presStyleLbl="node1" presStyleIdx="3" presStyleCnt="5">
        <dgm:presLayoutVars>
          <dgm:chMax val="1"/>
          <dgm:bulletEnabled val="1"/>
        </dgm:presLayoutVars>
      </dgm:prSet>
      <dgm:spPr/>
    </dgm:pt>
    <dgm:pt modelId="{71417754-C297-4D8D-85F4-E9AC8B14A2B8}" type="pres">
      <dgm:prSet presAssocID="{D421BBAA-CCFB-4819-AF4B-7A1880C66D9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57431BD-2EF3-4087-944B-6B77E76D964D}" type="pres">
      <dgm:prSet presAssocID="{C4868369-38EF-47FD-9623-86B4E3E53A8E}" presName="Name8" presStyleCnt="0"/>
      <dgm:spPr/>
    </dgm:pt>
    <dgm:pt modelId="{E9647741-A0D1-436A-BA52-D3EE205182D1}" type="pres">
      <dgm:prSet presAssocID="{C4868369-38EF-47FD-9623-86B4E3E53A8E}" presName="level" presStyleLbl="node1" presStyleIdx="4" presStyleCnt="5">
        <dgm:presLayoutVars>
          <dgm:chMax val="1"/>
          <dgm:bulletEnabled val="1"/>
        </dgm:presLayoutVars>
      </dgm:prSet>
      <dgm:spPr/>
    </dgm:pt>
    <dgm:pt modelId="{D09A2DE1-3554-4023-BCC3-B748DEFA660F}" type="pres">
      <dgm:prSet presAssocID="{C4868369-38EF-47FD-9623-86B4E3E53A8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F584D09-401A-484D-A58D-6DBBDB416E28}" type="presOf" srcId="{094DA1E3-9BEB-4600-8898-A0B1BEF7783A}" destId="{B61D9695-72D8-4E85-8C0A-CD92B827F221}" srcOrd="0" destOrd="0" presId="urn:microsoft.com/office/officeart/2005/8/layout/pyramid1"/>
    <dgm:cxn modelId="{02F8283E-5C02-4BD9-BC8A-93B2EA3BD192}" type="presOf" srcId="{094DA1E3-9BEB-4600-8898-A0B1BEF7783A}" destId="{91272044-B144-46C6-93C5-D65DE7C819BD}" srcOrd="1" destOrd="0" presId="urn:microsoft.com/office/officeart/2005/8/layout/pyramid1"/>
    <dgm:cxn modelId="{8B6F006C-3BC6-4615-8FD1-065E2B10C020}" type="presOf" srcId="{D421BBAA-CCFB-4819-AF4B-7A1880C66D97}" destId="{71417754-C297-4D8D-85F4-E9AC8B14A2B8}" srcOrd="1" destOrd="0" presId="urn:microsoft.com/office/officeart/2005/8/layout/pyramid1"/>
    <dgm:cxn modelId="{C0C8D66D-74DC-47E8-B767-547AEE3D9808}" type="presOf" srcId="{6AFF597E-44CC-4480-A370-2228DF72227E}" destId="{6C9B9124-607A-4B1A-A08B-83B7F9E3C015}" srcOrd="0" destOrd="0" presId="urn:microsoft.com/office/officeart/2005/8/layout/pyramid1"/>
    <dgm:cxn modelId="{FCE2036F-AB80-4D14-B553-38C9D2155447}" srcId="{96999315-E8CB-4127-BC52-533BC874DE37}" destId="{6AFF597E-44CC-4480-A370-2228DF72227E}" srcOrd="2" destOrd="0" parTransId="{1890E926-5E05-4F80-992F-97AAAC191A51}" sibTransId="{2F4BD46D-954B-4619-A60E-9DF5DF3D99CD}"/>
    <dgm:cxn modelId="{453BFB50-3745-46A2-856C-2F87FFBAC71E}" type="presOf" srcId="{6AFF597E-44CC-4480-A370-2228DF72227E}" destId="{246C353D-7901-45E3-8689-6B10E02A18F3}" srcOrd="1" destOrd="0" presId="urn:microsoft.com/office/officeart/2005/8/layout/pyramid1"/>
    <dgm:cxn modelId="{3603FD50-6799-43E9-9BD7-A67EE29BF808}" srcId="{96999315-E8CB-4127-BC52-533BC874DE37}" destId="{D421BBAA-CCFB-4819-AF4B-7A1880C66D97}" srcOrd="3" destOrd="0" parTransId="{74013A1D-59FD-40D3-BD16-344F341AAB97}" sibTransId="{5707FDDC-DB1B-4501-9C4E-08B3331A30B3}"/>
    <dgm:cxn modelId="{514D5951-8375-4AF4-BBB2-FBB53507965C}" srcId="{96999315-E8CB-4127-BC52-533BC874DE37}" destId="{C4868369-38EF-47FD-9623-86B4E3E53A8E}" srcOrd="4" destOrd="0" parTransId="{EEB2445C-30BC-4536-835D-4D647FC848B2}" sibTransId="{EBC09E0C-1D02-4CC0-8949-20CCFDD211F9}"/>
    <dgm:cxn modelId="{23556957-5D1F-4AC5-AC60-AAC285D4ECDE}" type="presOf" srcId="{96999315-E8CB-4127-BC52-533BC874DE37}" destId="{D7FC2E5E-3E17-450D-A879-8A57B65A9FEC}" srcOrd="0" destOrd="0" presId="urn:microsoft.com/office/officeart/2005/8/layout/pyramid1"/>
    <dgm:cxn modelId="{76D3DE82-1839-45DC-8B11-88A0354911A1}" type="presOf" srcId="{5989E69F-10EA-4863-A904-FE527092000D}" destId="{0DA0DD48-2D58-402A-854D-050EBB52AE36}" srcOrd="1" destOrd="0" presId="urn:microsoft.com/office/officeart/2005/8/layout/pyramid1"/>
    <dgm:cxn modelId="{89A3A1A3-9D33-4943-8FF0-FFCA0D4F93D4}" srcId="{96999315-E8CB-4127-BC52-533BC874DE37}" destId="{5989E69F-10EA-4863-A904-FE527092000D}" srcOrd="0" destOrd="0" parTransId="{F0C4066A-311F-4388-A51E-76B0E02C0284}" sibTransId="{D15EE51A-04B1-4CEB-B3E8-5DEC47DD9D1F}"/>
    <dgm:cxn modelId="{5CECA7BA-326D-4602-876B-1DE58D021E44}" type="presOf" srcId="{C4868369-38EF-47FD-9623-86B4E3E53A8E}" destId="{D09A2DE1-3554-4023-BCC3-B748DEFA660F}" srcOrd="1" destOrd="0" presId="urn:microsoft.com/office/officeart/2005/8/layout/pyramid1"/>
    <dgm:cxn modelId="{D74F26C6-8D01-4CD3-9FE5-10CCBBFC6B37}" type="presOf" srcId="{5989E69F-10EA-4863-A904-FE527092000D}" destId="{CCA45510-C3E4-4395-BD45-C7AB0E24FC02}" srcOrd="0" destOrd="0" presId="urn:microsoft.com/office/officeart/2005/8/layout/pyramid1"/>
    <dgm:cxn modelId="{BF1F22CE-DF90-431F-8DCB-290C7D52BE28}" type="presOf" srcId="{C4868369-38EF-47FD-9623-86B4E3E53A8E}" destId="{E9647741-A0D1-436A-BA52-D3EE205182D1}" srcOrd="0" destOrd="0" presId="urn:microsoft.com/office/officeart/2005/8/layout/pyramid1"/>
    <dgm:cxn modelId="{11FC6CDB-685A-41A0-8DB5-B81246A40710}" type="presOf" srcId="{D421BBAA-CCFB-4819-AF4B-7A1880C66D97}" destId="{C0DCB391-9B69-4603-98F9-C88BAAD5D1AB}" srcOrd="0" destOrd="0" presId="urn:microsoft.com/office/officeart/2005/8/layout/pyramid1"/>
    <dgm:cxn modelId="{756853E8-87B8-4A48-BD6D-554663576A3D}" srcId="{96999315-E8CB-4127-BC52-533BC874DE37}" destId="{094DA1E3-9BEB-4600-8898-A0B1BEF7783A}" srcOrd="1" destOrd="0" parTransId="{4EE02993-E0CB-4DFC-B6D9-282CE3F6AFA3}" sibTransId="{9E079F3A-C9EC-485F-A526-2AB2806E4418}"/>
    <dgm:cxn modelId="{AF0626FF-E7FE-4882-9A78-2CF407469218}" type="presParOf" srcId="{D7FC2E5E-3E17-450D-A879-8A57B65A9FEC}" destId="{9BBE380E-DB0E-4283-8EC1-25C115D3BC2B}" srcOrd="0" destOrd="0" presId="urn:microsoft.com/office/officeart/2005/8/layout/pyramid1"/>
    <dgm:cxn modelId="{B23D9298-8676-46B7-9CB0-82F180812B69}" type="presParOf" srcId="{9BBE380E-DB0E-4283-8EC1-25C115D3BC2B}" destId="{CCA45510-C3E4-4395-BD45-C7AB0E24FC02}" srcOrd="0" destOrd="0" presId="urn:microsoft.com/office/officeart/2005/8/layout/pyramid1"/>
    <dgm:cxn modelId="{08DC4901-3033-4585-93D1-EDB9F82B4ED9}" type="presParOf" srcId="{9BBE380E-DB0E-4283-8EC1-25C115D3BC2B}" destId="{0DA0DD48-2D58-402A-854D-050EBB52AE36}" srcOrd="1" destOrd="0" presId="urn:microsoft.com/office/officeart/2005/8/layout/pyramid1"/>
    <dgm:cxn modelId="{730915A4-5B54-45A6-9315-BA2197835786}" type="presParOf" srcId="{D7FC2E5E-3E17-450D-A879-8A57B65A9FEC}" destId="{62AFA8E7-9E52-45BE-98D0-7DDA9466AF1F}" srcOrd="1" destOrd="0" presId="urn:microsoft.com/office/officeart/2005/8/layout/pyramid1"/>
    <dgm:cxn modelId="{1CD8B9DA-2443-4CA4-A6AD-EC2C2FF02B3A}" type="presParOf" srcId="{62AFA8E7-9E52-45BE-98D0-7DDA9466AF1F}" destId="{B61D9695-72D8-4E85-8C0A-CD92B827F221}" srcOrd="0" destOrd="0" presId="urn:microsoft.com/office/officeart/2005/8/layout/pyramid1"/>
    <dgm:cxn modelId="{3146513E-BD5E-4487-8C0F-45F4D1517C61}" type="presParOf" srcId="{62AFA8E7-9E52-45BE-98D0-7DDA9466AF1F}" destId="{91272044-B144-46C6-93C5-D65DE7C819BD}" srcOrd="1" destOrd="0" presId="urn:microsoft.com/office/officeart/2005/8/layout/pyramid1"/>
    <dgm:cxn modelId="{F983DB15-6A33-4699-97A8-CDF3E0C2A3BE}" type="presParOf" srcId="{D7FC2E5E-3E17-450D-A879-8A57B65A9FEC}" destId="{3C6C02FB-5859-42C9-9DF2-C4FEDAC1400B}" srcOrd="2" destOrd="0" presId="urn:microsoft.com/office/officeart/2005/8/layout/pyramid1"/>
    <dgm:cxn modelId="{C76FD1CD-B23B-4BF6-9ED2-EFE5A49D202F}" type="presParOf" srcId="{3C6C02FB-5859-42C9-9DF2-C4FEDAC1400B}" destId="{6C9B9124-607A-4B1A-A08B-83B7F9E3C015}" srcOrd="0" destOrd="0" presId="urn:microsoft.com/office/officeart/2005/8/layout/pyramid1"/>
    <dgm:cxn modelId="{A684D17F-4248-4D21-A6A0-3FB048247ADB}" type="presParOf" srcId="{3C6C02FB-5859-42C9-9DF2-C4FEDAC1400B}" destId="{246C353D-7901-45E3-8689-6B10E02A18F3}" srcOrd="1" destOrd="0" presId="urn:microsoft.com/office/officeart/2005/8/layout/pyramid1"/>
    <dgm:cxn modelId="{9D20DD92-ACBB-483A-9CC0-0AA439254B00}" type="presParOf" srcId="{D7FC2E5E-3E17-450D-A879-8A57B65A9FEC}" destId="{F7B0214A-750E-4650-9E87-374EAD99DC5C}" srcOrd="3" destOrd="0" presId="urn:microsoft.com/office/officeart/2005/8/layout/pyramid1"/>
    <dgm:cxn modelId="{9D0284F7-9F8A-4F1E-B483-BF1ACCE77BE4}" type="presParOf" srcId="{F7B0214A-750E-4650-9E87-374EAD99DC5C}" destId="{C0DCB391-9B69-4603-98F9-C88BAAD5D1AB}" srcOrd="0" destOrd="0" presId="urn:microsoft.com/office/officeart/2005/8/layout/pyramid1"/>
    <dgm:cxn modelId="{C1794227-437E-40F6-AC21-CFB5954FCDC2}" type="presParOf" srcId="{F7B0214A-750E-4650-9E87-374EAD99DC5C}" destId="{71417754-C297-4D8D-85F4-E9AC8B14A2B8}" srcOrd="1" destOrd="0" presId="urn:microsoft.com/office/officeart/2005/8/layout/pyramid1"/>
    <dgm:cxn modelId="{AF8F472A-FF13-4AEA-8143-20C050BE235A}" type="presParOf" srcId="{D7FC2E5E-3E17-450D-A879-8A57B65A9FEC}" destId="{357431BD-2EF3-4087-944B-6B77E76D964D}" srcOrd="4" destOrd="0" presId="urn:microsoft.com/office/officeart/2005/8/layout/pyramid1"/>
    <dgm:cxn modelId="{FB25A9A1-5B08-4BEF-9EF6-56D8F8C2C1E4}" type="presParOf" srcId="{357431BD-2EF3-4087-944B-6B77E76D964D}" destId="{E9647741-A0D1-436A-BA52-D3EE205182D1}" srcOrd="0" destOrd="0" presId="urn:microsoft.com/office/officeart/2005/8/layout/pyramid1"/>
    <dgm:cxn modelId="{F46B7DB8-C0E1-43C1-AEBD-59A01947F048}" type="presParOf" srcId="{357431BD-2EF3-4087-944B-6B77E76D964D}" destId="{D09A2DE1-3554-4023-BCC3-B748DEFA660F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999315-E8CB-4127-BC52-533BC874DE37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5989E69F-10EA-4863-A904-FE527092000D}">
      <dgm:prSet phldrT="[Text]" phldr="0"/>
      <dgm:spPr>
        <a:ln>
          <a:noFill/>
        </a:ln>
      </dgm:spPr>
      <dgm:t>
        <a:bodyPr/>
        <a:lstStyle/>
        <a:p>
          <a:r>
            <a:rPr lang="en-US" dirty="0"/>
            <a:t> </a:t>
          </a:r>
          <a:endParaRPr lang="en-SG" dirty="0"/>
        </a:p>
      </dgm:t>
    </dgm:pt>
    <dgm:pt modelId="{F0C4066A-311F-4388-A51E-76B0E02C0284}" type="parTrans" cxnId="{89A3A1A3-9D33-4943-8FF0-FFCA0D4F93D4}">
      <dgm:prSet/>
      <dgm:spPr/>
      <dgm:t>
        <a:bodyPr/>
        <a:lstStyle/>
        <a:p>
          <a:endParaRPr lang="en-SG"/>
        </a:p>
      </dgm:t>
    </dgm:pt>
    <dgm:pt modelId="{D15EE51A-04B1-4CEB-B3E8-5DEC47DD9D1F}" type="sibTrans" cxnId="{89A3A1A3-9D33-4943-8FF0-FFCA0D4F93D4}">
      <dgm:prSet/>
      <dgm:spPr/>
      <dgm:t>
        <a:bodyPr/>
        <a:lstStyle/>
        <a:p>
          <a:endParaRPr lang="en-SG"/>
        </a:p>
      </dgm:t>
    </dgm:pt>
    <dgm:pt modelId="{094DA1E3-9BEB-4600-8898-A0B1BEF7783A}">
      <dgm:prSet phldrT="[Text]" phldr="0"/>
      <dgm:spPr>
        <a:solidFill>
          <a:srgbClr val="7030A0"/>
        </a:solidFill>
        <a:ln>
          <a:noFill/>
        </a:ln>
      </dgm:spPr>
      <dgm:t>
        <a:bodyPr/>
        <a:lstStyle/>
        <a:p>
          <a:r>
            <a:rPr lang="en-US" dirty="0"/>
            <a:t> </a:t>
          </a:r>
          <a:endParaRPr lang="en-SG" dirty="0"/>
        </a:p>
      </dgm:t>
    </dgm:pt>
    <dgm:pt modelId="{4EE02993-E0CB-4DFC-B6D9-282CE3F6AFA3}" type="parTrans" cxnId="{756853E8-87B8-4A48-BD6D-554663576A3D}">
      <dgm:prSet/>
      <dgm:spPr/>
      <dgm:t>
        <a:bodyPr/>
        <a:lstStyle/>
        <a:p>
          <a:endParaRPr lang="en-SG"/>
        </a:p>
      </dgm:t>
    </dgm:pt>
    <dgm:pt modelId="{9E079F3A-C9EC-485F-A526-2AB2806E4418}" type="sibTrans" cxnId="{756853E8-87B8-4A48-BD6D-554663576A3D}">
      <dgm:prSet/>
      <dgm:spPr/>
      <dgm:t>
        <a:bodyPr/>
        <a:lstStyle/>
        <a:p>
          <a:endParaRPr lang="en-SG"/>
        </a:p>
      </dgm:t>
    </dgm:pt>
    <dgm:pt modelId="{6AFF597E-44CC-4480-A370-2228DF72227E}">
      <dgm:prSet phldrT="[Text]" phldr="0"/>
      <dgm:spPr>
        <a:solidFill>
          <a:schemeClr val="accent2">
            <a:lumMod val="75000"/>
          </a:schemeClr>
        </a:solidFill>
        <a:ln>
          <a:noFill/>
        </a:ln>
      </dgm:spPr>
      <dgm:t>
        <a:bodyPr/>
        <a:lstStyle/>
        <a:p>
          <a:endParaRPr lang="en-SG" dirty="0"/>
        </a:p>
      </dgm:t>
    </dgm:pt>
    <dgm:pt modelId="{1890E926-5E05-4F80-992F-97AAAC191A51}" type="parTrans" cxnId="{FCE2036F-AB80-4D14-B553-38C9D2155447}">
      <dgm:prSet/>
      <dgm:spPr/>
      <dgm:t>
        <a:bodyPr/>
        <a:lstStyle/>
        <a:p>
          <a:endParaRPr lang="en-SG"/>
        </a:p>
      </dgm:t>
    </dgm:pt>
    <dgm:pt modelId="{2F4BD46D-954B-4619-A60E-9DF5DF3D99CD}" type="sibTrans" cxnId="{FCE2036F-AB80-4D14-B553-38C9D2155447}">
      <dgm:prSet/>
      <dgm:spPr/>
      <dgm:t>
        <a:bodyPr/>
        <a:lstStyle/>
        <a:p>
          <a:endParaRPr lang="en-SG"/>
        </a:p>
      </dgm:t>
    </dgm:pt>
    <dgm:pt modelId="{D421BBAA-CCFB-4819-AF4B-7A1880C66D97}">
      <dgm:prSet phldrT="[Text]" phldr="0"/>
      <dgm:spPr>
        <a:solidFill>
          <a:srgbClr val="FFC000"/>
        </a:solidFill>
        <a:ln>
          <a:noFill/>
        </a:ln>
      </dgm:spPr>
      <dgm:t>
        <a:bodyPr/>
        <a:lstStyle/>
        <a:p>
          <a:endParaRPr lang="en-SG" dirty="0"/>
        </a:p>
      </dgm:t>
    </dgm:pt>
    <dgm:pt modelId="{74013A1D-59FD-40D3-BD16-344F341AAB97}" type="parTrans" cxnId="{3603FD50-6799-43E9-9BD7-A67EE29BF808}">
      <dgm:prSet/>
      <dgm:spPr/>
      <dgm:t>
        <a:bodyPr/>
        <a:lstStyle/>
        <a:p>
          <a:endParaRPr lang="en-SG"/>
        </a:p>
      </dgm:t>
    </dgm:pt>
    <dgm:pt modelId="{5707FDDC-DB1B-4501-9C4E-08B3331A30B3}" type="sibTrans" cxnId="{3603FD50-6799-43E9-9BD7-A67EE29BF808}">
      <dgm:prSet/>
      <dgm:spPr/>
      <dgm:t>
        <a:bodyPr/>
        <a:lstStyle/>
        <a:p>
          <a:endParaRPr lang="en-SG"/>
        </a:p>
      </dgm:t>
    </dgm:pt>
    <dgm:pt modelId="{C4868369-38EF-47FD-9623-86B4E3E53A8E}">
      <dgm:prSet phldrT="[Text]" phldr="0"/>
      <dgm:spPr>
        <a:solidFill>
          <a:schemeClr val="accent6">
            <a:lumMod val="75000"/>
          </a:schemeClr>
        </a:solidFill>
        <a:ln>
          <a:noFill/>
        </a:ln>
      </dgm:spPr>
      <dgm:t>
        <a:bodyPr/>
        <a:lstStyle/>
        <a:p>
          <a:endParaRPr lang="en-SG" dirty="0"/>
        </a:p>
      </dgm:t>
    </dgm:pt>
    <dgm:pt modelId="{EEB2445C-30BC-4536-835D-4D647FC848B2}" type="parTrans" cxnId="{514D5951-8375-4AF4-BBB2-FBB53507965C}">
      <dgm:prSet/>
      <dgm:spPr/>
      <dgm:t>
        <a:bodyPr/>
        <a:lstStyle/>
        <a:p>
          <a:endParaRPr lang="en-SG"/>
        </a:p>
      </dgm:t>
    </dgm:pt>
    <dgm:pt modelId="{EBC09E0C-1D02-4CC0-8949-20CCFDD211F9}" type="sibTrans" cxnId="{514D5951-8375-4AF4-BBB2-FBB53507965C}">
      <dgm:prSet/>
      <dgm:spPr/>
      <dgm:t>
        <a:bodyPr/>
        <a:lstStyle/>
        <a:p>
          <a:endParaRPr lang="en-SG"/>
        </a:p>
      </dgm:t>
    </dgm:pt>
    <dgm:pt modelId="{D7FC2E5E-3E17-450D-A879-8A57B65A9FEC}" type="pres">
      <dgm:prSet presAssocID="{96999315-E8CB-4127-BC52-533BC874DE37}" presName="Name0" presStyleCnt="0">
        <dgm:presLayoutVars>
          <dgm:dir/>
          <dgm:animLvl val="lvl"/>
          <dgm:resizeHandles val="exact"/>
        </dgm:presLayoutVars>
      </dgm:prSet>
      <dgm:spPr/>
    </dgm:pt>
    <dgm:pt modelId="{9BBE380E-DB0E-4283-8EC1-25C115D3BC2B}" type="pres">
      <dgm:prSet presAssocID="{5989E69F-10EA-4863-A904-FE527092000D}" presName="Name8" presStyleCnt="0"/>
      <dgm:spPr/>
    </dgm:pt>
    <dgm:pt modelId="{CCA45510-C3E4-4395-BD45-C7AB0E24FC02}" type="pres">
      <dgm:prSet presAssocID="{5989E69F-10EA-4863-A904-FE527092000D}" presName="level" presStyleLbl="node1" presStyleIdx="0" presStyleCnt="5">
        <dgm:presLayoutVars>
          <dgm:chMax val="1"/>
          <dgm:bulletEnabled val="1"/>
        </dgm:presLayoutVars>
      </dgm:prSet>
      <dgm:spPr/>
    </dgm:pt>
    <dgm:pt modelId="{0DA0DD48-2D58-402A-854D-050EBB52AE36}" type="pres">
      <dgm:prSet presAssocID="{5989E69F-10EA-4863-A904-FE527092000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2AFA8E7-9E52-45BE-98D0-7DDA9466AF1F}" type="pres">
      <dgm:prSet presAssocID="{094DA1E3-9BEB-4600-8898-A0B1BEF7783A}" presName="Name8" presStyleCnt="0"/>
      <dgm:spPr/>
    </dgm:pt>
    <dgm:pt modelId="{B61D9695-72D8-4E85-8C0A-CD92B827F221}" type="pres">
      <dgm:prSet presAssocID="{094DA1E3-9BEB-4600-8898-A0B1BEF7783A}" presName="level" presStyleLbl="node1" presStyleIdx="1" presStyleCnt="5">
        <dgm:presLayoutVars>
          <dgm:chMax val="1"/>
          <dgm:bulletEnabled val="1"/>
        </dgm:presLayoutVars>
      </dgm:prSet>
      <dgm:spPr/>
    </dgm:pt>
    <dgm:pt modelId="{91272044-B144-46C6-93C5-D65DE7C819BD}" type="pres">
      <dgm:prSet presAssocID="{094DA1E3-9BEB-4600-8898-A0B1BEF7783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C6C02FB-5859-42C9-9DF2-C4FEDAC1400B}" type="pres">
      <dgm:prSet presAssocID="{6AFF597E-44CC-4480-A370-2228DF72227E}" presName="Name8" presStyleCnt="0"/>
      <dgm:spPr/>
    </dgm:pt>
    <dgm:pt modelId="{6C9B9124-607A-4B1A-A08B-83B7F9E3C015}" type="pres">
      <dgm:prSet presAssocID="{6AFF597E-44CC-4480-A370-2228DF72227E}" presName="level" presStyleLbl="node1" presStyleIdx="2" presStyleCnt="5">
        <dgm:presLayoutVars>
          <dgm:chMax val="1"/>
          <dgm:bulletEnabled val="1"/>
        </dgm:presLayoutVars>
      </dgm:prSet>
      <dgm:spPr/>
    </dgm:pt>
    <dgm:pt modelId="{246C353D-7901-45E3-8689-6B10E02A18F3}" type="pres">
      <dgm:prSet presAssocID="{6AFF597E-44CC-4480-A370-2228DF72227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7B0214A-750E-4650-9E87-374EAD99DC5C}" type="pres">
      <dgm:prSet presAssocID="{D421BBAA-CCFB-4819-AF4B-7A1880C66D97}" presName="Name8" presStyleCnt="0"/>
      <dgm:spPr/>
    </dgm:pt>
    <dgm:pt modelId="{C0DCB391-9B69-4603-98F9-C88BAAD5D1AB}" type="pres">
      <dgm:prSet presAssocID="{D421BBAA-CCFB-4819-AF4B-7A1880C66D97}" presName="level" presStyleLbl="node1" presStyleIdx="3" presStyleCnt="5">
        <dgm:presLayoutVars>
          <dgm:chMax val="1"/>
          <dgm:bulletEnabled val="1"/>
        </dgm:presLayoutVars>
      </dgm:prSet>
      <dgm:spPr/>
    </dgm:pt>
    <dgm:pt modelId="{71417754-C297-4D8D-85F4-E9AC8B14A2B8}" type="pres">
      <dgm:prSet presAssocID="{D421BBAA-CCFB-4819-AF4B-7A1880C66D9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57431BD-2EF3-4087-944B-6B77E76D964D}" type="pres">
      <dgm:prSet presAssocID="{C4868369-38EF-47FD-9623-86B4E3E53A8E}" presName="Name8" presStyleCnt="0"/>
      <dgm:spPr/>
    </dgm:pt>
    <dgm:pt modelId="{E9647741-A0D1-436A-BA52-D3EE205182D1}" type="pres">
      <dgm:prSet presAssocID="{C4868369-38EF-47FD-9623-86B4E3E53A8E}" presName="level" presStyleLbl="node1" presStyleIdx="4" presStyleCnt="5">
        <dgm:presLayoutVars>
          <dgm:chMax val="1"/>
          <dgm:bulletEnabled val="1"/>
        </dgm:presLayoutVars>
      </dgm:prSet>
      <dgm:spPr/>
    </dgm:pt>
    <dgm:pt modelId="{D09A2DE1-3554-4023-BCC3-B748DEFA660F}" type="pres">
      <dgm:prSet presAssocID="{C4868369-38EF-47FD-9623-86B4E3E53A8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F584D09-401A-484D-A58D-6DBBDB416E28}" type="presOf" srcId="{094DA1E3-9BEB-4600-8898-A0B1BEF7783A}" destId="{B61D9695-72D8-4E85-8C0A-CD92B827F221}" srcOrd="0" destOrd="0" presId="urn:microsoft.com/office/officeart/2005/8/layout/pyramid1"/>
    <dgm:cxn modelId="{02F8283E-5C02-4BD9-BC8A-93B2EA3BD192}" type="presOf" srcId="{094DA1E3-9BEB-4600-8898-A0B1BEF7783A}" destId="{91272044-B144-46C6-93C5-D65DE7C819BD}" srcOrd="1" destOrd="0" presId="urn:microsoft.com/office/officeart/2005/8/layout/pyramid1"/>
    <dgm:cxn modelId="{8B6F006C-3BC6-4615-8FD1-065E2B10C020}" type="presOf" srcId="{D421BBAA-CCFB-4819-AF4B-7A1880C66D97}" destId="{71417754-C297-4D8D-85F4-E9AC8B14A2B8}" srcOrd="1" destOrd="0" presId="urn:microsoft.com/office/officeart/2005/8/layout/pyramid1"/>
    <dgm:cxn modelId="{C0C8D66D-74DC-47E8-B767-547AEE3D9808}" type="presOf" srcId="{6AFF597E-44CC-4480-A370-2228DF72227E}" destId="{6C9B9124-607A-4B1A-A08B-83B7F9E3C015}" srcOrd="0" destOrd="0" presId="urn:microsoft.com/office/officeart/2005/8/layout/pyramid1"/>
    <dgm:cxn modelId="{FCE2036F-AB80-4D14-B553-38C9D2155447}" srcId="{96999315-E8CB-4127-BC52-533BC874DE37}" destId="{6AFF597E-44CC-4480-A370-2228DF72227E}" srcOrd="2" destOrd="0" parTransId="{1890E926-5E05-4F80-992F-97AAAC191A51}" sibTransId="{2F4BD46D-954B-4619-A60E-9DF5DF3D99CD}"/>
    <dgm:cxn modelId="{453BFB50-3745-46A2-856C-2F87FFBAC71E}" type="presOf" srcId="{6AFF597E-44CC-4480-A370-2228DF72227E}" destId="{246C353D-7901-45E3-8689-6B10E02A18F3}" srcOrd="1" destOrd="0" presId="urn:microsoft.com/office/officeart/2005/8/layout/pyramid1"/>
    <dgm:cxn modelId="{3603FD50-6799-43E9-9BD7-A67EE29BF808}" srcId="{96999315-E8CB-4127-BC52-533BC874DE37}" destId="{D421BBAA-CCFB-4819-AF4B-7A1880C66D97}" srcOrd="3" destOrd="0" parTransId="{74013A1D-59FD-40D3-BD16-344F341AAB97}" sibTransId="{5707FDDC-DB1B-4501-9C4E-08B3331A30B3}"/>
    <dgm:cxn modelId="{514D5951-8375-4AF4-BBB2-FBB53507965C}" srcId="{96999315-E8CB-4127-BC52-533BC874DE37}" destId="{C4868369-38EF-47FD-9623-86B4E3E53A8E}" srcOrd="4" destOrd="0" parTransId="{EEB2445C-30BC-4536-835D-4D647FC848B2}" sibTransId="{EBC09E0C-1D02-4CC0-8949-20CCFDD211F9}"/>
    <dgm:cxn modelId="{23556957-5D1F-4AC5-AC60-AAC285D4ECDE}" type="presOf" srcId="{96999315-E8CB-4127-BC52-533BC874DE37}" destId="{D7FC2E5E-3E17-450D-A879-8A57B65A9FEC}" srcOrd="0" destOrd="0" presId="urn:microsoft.com/office/officeart/2005/8/layout/pyramid1"/>
    <dgm:cxn modelId="{76D3DE82-1839-45DC-8B11-88A0354911A1}" type="presOf" srcId="{5989E69F-10EA-4863-A904-FE527092000D}" destId="{0DA0DD48-2D58-402A-854D-050EBB52AE36}" srcOrd="1" destOrd="0" presId="urn:microsoft.com/office/officeart/2005/8/layout/pyramid1"/>
    <dgm:cxn modelId="{89A3A1A3-9D33-4943-8FF0-FFCA0D4F93D4}" srcId="{96999315-E8CB-4127-BC52-533BC874DE37}" destId="{5989E69F-10EA-4863-A904-FE527092000D}" srcOrd="0" destOrd="0" parTransId="{F0C4066A-311F-4388-A51E-76B0E02C0284}" sibTransId="{D15EE51A-04B1-4CEB-B3E8-5DEC47DD9D1F}"/>
    <dgm:cxn modelId="{5CECA7BA-326D-4602-876B-1DE58D021E44}" type="presOf" srcId="{C4868369-38EF-47FD-9623-86B4E3E53A8E}" destId="{D09A2DE1-3554-4023-BCC3-B748DEFA660F}" srcOrd="1" destOrd="0" presId="urn:microsoft.com/office/officeart/2005/8/layout/pyramid1"/>
    <dgm:cxn modelId="{D74F26C6-8D01-4CD3-9FE5-10CCBBFC6B37}" type="presOf" srcId="{5989E69F-10EA-4863-A904-FE527092000D}" destId="{CCA45510-C3E4-4395-BD45-C7AB0E24FC02}" srcOrd="0" destOrd="0" presId="urn:microsoft.com/office/officeart/2005/8/layout/pyramid1"/>
    <dgm:cxn modelId="{BF1F22CE-DF90-431F-8DCB-290C7D52BE28}" type="presOf" srcId="{C4868369-38EF-47FD-9623-86B4E3E53A8E}" destId="{E9647741-A0D1-436A-BA52-D3EE205182D1}" srcOrd="0" destOrd="0" presId="urn:microsoft.com/office/officeart/2005/8/layout/pyramid1"/>
    <dgm:cxn modelId="{11FC6CDB-685A-41A0-8DB5-B81246A40710}" type="presOf" srcId="{D421BBAA-CCFB-4819-AF4B-7A1880C66D97}" destId="{C0DCB391-9B69-4603-98F9-C88BAAD5D1AB}" srcOrd="0" destOrd="0" presId="urn:microsoft.com/office/officeart/2005/8/layout/pyramid1"/>
    <dgm:cxn modelId="{756853E8-87B8-4A48-BD6D-554663576A3D}" srcId="{96999315-E8CB-4127-BC52-533BC874DE37}" destId="{094DA1E3-9BEB-4600-8898-A0B1BEF7783A}" srcOrd="1" destOrd="0" parTransId="{4EE02993-E0CB-4DFC-B6D9-282CE3F6AFA3}" sibTransId="{9E079F3A-C9EC-485F-A526-2AB2806E4418}"/>
    <dgm:cxn modelId="{AF0626FF-E7FE-4882-9A78-2CF407469218}" type="presParOf" srcId="{D7FC2E5E-3E17-450D-A879-8A57B65A9FEC}" destId="{9BBE380E-DB0E-4283-8EC1-25C115D3BC2B}" srcOrd="0" destOrd="0" presId="urn:microsoft.com/office/officeart/2005/8/layout/pyramid1"/>
    <dgm:cxn modelId="{B23D9298-8676-46B7-9CB0-82F180812B69}" type="presParOf" srcId="{9BBE380E-DB0E-4283-8EC1-25C115D3BC2B}" destId="{CCA45510-C3E4-4395-BD45-C7AB0E24FC02}" srcOrd="0" destOrd="0" presId="urn:microsoft.com/office/officeart/2005/8/layout/pyramid1"/>
    <dgm:cxn modelId="{08DC4901-3033-4585-93D1-EDB9F82B4ED9}" type="presParOf" srcId="{9BBE380E-DB0E-4283-8EC1-25C115D3BC2B}" destId="{0DA0DD48-2D58-402A-854D-050EBB52AE36}" srcOrd="1" destOrd="0" presId="urn:microsoft.com/office/officeart/2005/8/layout/pyramid1"/>
    <dgm:cxn modelId="{730915A4-5B54-45A6-9315-BA2197835786}" type="presParOf" srcId="{D7FC2E5E-3E17-450D-A879-8A57B65A9FEC}" destId="{62AFA8E7-9E52-45BE-98D0-7DDA9466AF1F}" srcOrd="1" destOrd="0" presId="urn:microsoft.com/office/officeart/2005/8/layout/pyramid1"/>
    <dgm:cxn modelId="{1CD8B9DA-2443-4CA4-A6AD-EC2C2FF02B3A}" type="presParOf" srcId="{62AFA8E7-9E52-45BE-98D0-7DDA9466AF1F}" destId="{B61D9695-72D8-4E85-8C0A-CD92B827F221}" srcOrd="0" destOrd="0" presId="urn:microsoft.com/office/officeart/2005/8/layout/pyramid1"/>
    <dgm:cxn modelId="{3146513E-BD5E-4487-8C0F-45F4D1517C61}" type="presParOf" srcId="{62AFA8E7-9E52-45BE-98D0-7DDA9466AF1F}" destId="{91272044-B144-46C6-93C5-D65DE7C819BD}" srcOrd="1" destOrd="0" presId="urn:microsoft.com/office/officeart/2005/8/layout/pyramid1"/>
    <dgm:cxn modelId="{F983DB15-6A33-4699-97A8-CDF3E0C2A3BE}" type="presParOf" srcId="{D7FC2E5E-3E17-450D-A879-8A57B65A9FEC}" destId="{3C6C02FB-5859-42C9-9DF2-C4FEDAC1400B}" srcOrd="2" destOrd="0" presId="urn:microsoft.com/office/officeart/2005/8/layout/pyramid1"/>
    <dgm:cxn modelId="{C76FD1CD-B23B-4BF6-9ED2-EFE5A49D202F}" type="presParOf" srcId="{3C6C02FB-5859-42C9-9DF2-C4FEDAC1400B}" destId="{6C9B9124-607A-4B1A-A08B-83B7F9E3C015}" srcOrd="0" destOrd="0" presId="urn:microsoft.com/office/officeart/2005/8/layout/pyramid1"/>
    <dgm:cxn modelId="{A684D17F-4248-4D21-A6A0-3FB048247ADB}" type="presParOf" srcId="{3C6C02FB-5859-42C9-9DF2-C4FEDAC1400B}" destId="{246C353D-7901-45E3-8689-6B10E02A18F3}" srcOrd="1" destOrd="0" presId="urn:microsoft.com/office/officeart/2005/8/layout/pyramid1"/>
    <dgm:cxn modelId="{9D20DD92-ACBB-483A-9CC0-0AA439254B00}" type="presParOf" srcId="{D7FC2E5E-3E17-450D-A879-8A57B65A9FEC}" destId="{F7B0214A-750E-4650-9E87-374EAD99DC5C}" srcOrd="3" destOrd="0" presId="urn:microsoft.com/office/officeart/2005/8/layout/pyramid1"/>
    <dgm:cxn modelId="{9D0284F7-9F8A-4F1E-B483-BF1ACCE77BE4}" type="presParOf" srcId="{F7B0214A-750E-4650-9E87-374EAD99DC5C}" destId="{C0DCB391-9B69-4603-98F9-C88BAAD5D1AB}" srcOrd="0" destOrd="0" presId="urn:microsoft.com/office/officeart/2005/8/layout/pyramid1"/>
    <dgm:cxn modelId="{C1794227-437E-40F6-AC21-CFB5954FCDC2}" type="presParOf" srcId="{F7B0214A-750E-4650-9E87-374EAD99DC5C}" destId="{71417754-C297-4D8D-85F4-E9AC8B14A2B8}" srcOrd="1" destOrd="0" presId="urn:microsoft.com/office/officeart/2005/8/layout/pyramid1"/>
    <dgm:cxn modelId="{AF8F472A-FF13-4AEA-8143-20C050BE235A}" type="presParOf" srcId="{D7FC2E5E-3E17-450D-A879-8A57B65A9FEC}" destId="{357431BD-2EF3-4087-944B-6B77E76D964D}" srcOrd="4" destOrd="0" presId="urn:microsoft.com/office/officeart/2005/8/layout/pyramid1"/>
    <dgm:cxn modelId="{FB25A9A1-5B08-4BEF-9EF6-56D8F8C2C1E4}" type="presParOf" srcId="{357431BD-2EF3-4087-944B-6B77E76D964D}" destId="{E9647741-A0D1-436A-BA52-D3EE205182D1}" srcOrd="0" destOrd="0" presId="urn:microsoft.com/office/officeart/2005/8/layout/pyramid1"/>
    <dgm:cxn modelId="{F46B7DB8-C0E1-43C1-AEBD-59A01947F048}" type="presParOf" srcId="{357431BD-2EF3-4087-944B-6B77E76D964D}" destId="{D09A2DE1-3554-4023-BCC3-B748DEFA660F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45510-C3E4-4395-BD45-C7AB0E24FC02}">
      <dsp:nvSpPr>
        <dsp:cNvPr id="0" name=""/>
        <dsp:cNvSpPr/>
      </dsp:nvSpPr>
      <dsp:spPr>
        <a:xfrm>
          <a:off x="2743414" y="0"/>
          <a:ext cx="1371707" cy="962009"/>
        </a:xfrm>
        <a:prstGeom prst="trapezoid">
          <a:avLst>
            <a:gd name="adj" fmla="val 7129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/>
            <a:t> </a:t>
          </a:r>
          <a:endParaRPr lang="en-SG" sz="5800" kern="1200" dirty="0"/>
        </a:p>
      </dsp:txBody>
      <dsp:txXfrm>
        <a:off x="2743414" y="0"/>
        <a:ext cx="1371707" cy="962009"/>
      </dsp:txXfrm>
    </dsp:sp>
    <dsp:sp modelId="{B61D9695-72D8-4E85-8C0A-CD92B827F221}">
      <dsp:nvSpPr>
        <dsp:cNvPr id="0" name=""/>
        <dsp:cNvSpPr/>
      </dsp:nvSpPr>
      <dsp:spPr>
        <a:xfrm>
          <a:off x="2057560" y="962009"/>
          <a:ext cx="2743414" cy="962009"/>
        </a:xfrm>
        <a:prstGeom prst="trapezoid">
          <a:avLst>
            <a:gd name="adj" fmla="val 71294"/>
          </a:avLst>
        </a:prstGeom>
        <a:solidFill>
          <a:srgbClr val="7030A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/>
            <a:t> </a:t>
          </a:r>
          <a:endParaRPr lang="en-SG" sz="5800" kern="1200" dirty="0"/>
        </a:p>
      </dsp:txBody>
      <dsp:txXfrm>
        <a:off x="2537657" y="962009"/>
        <a:ext cx="1783219" cy="962009"/>
      </dsp:txXfrm>
    </dsp:sp>
    <dsp:sp modelId="{6C9B9124-607A-4B1A-A08B-83B7F9E3C015}">
      <dsp:nvSpPr>
        <dsp:cNvPr id="0" name=""/>
        <dsp:cNvSpPr/>
      </dsp:nvSpPr>
      <dsp:spPr>
        <a:xfrm>
          <a:off x="1371707" y="1924018"/>
          <a:ext cx="4115120" cy="962009"/>
        </a:xfrm>
        <a:prstGeom prst="trapezoid">
          <a:avLst>
            <a:gd name="adj" fmla="val 71294"/>
          </a:avLst>
        </a:prstGeom>
        <a:solidFill>
          <a:schemeClr val="accent2">
            <a:lumMod val="75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800" kern="1200" dirty="0"/>
        </a:p>
      </dsp:txBody>
      <dsp:txXfrm>
        <a:off x="2091853" y="1924018"/>
        <a:ext cx="2674828" cy="962009"/>
      </dsp:txXfrm>
    </dsp:sp>
    <dsp:sp modelId="{C0DCB391-9B69-4603-98F9-C88BAAD5D1AB}">
      <dsp:nvSpPr>
        <dsp:cNvPr id="0" name=""/>
        <dsp:cNvSpPr/>
      </dsp:nvSpPr>
      <dsp:spPr>
        <a:xfrm>
          <a:off x="685853" y="2886027"/>
          <a:ext cx="5486828" cy="962009"/>
        </a:xfrm>
        <a:prstGeom prst="trapezoid">
          <a:avLst>
            <a:gd name="adj" fmla="val 71294"/>
          </a:avLst>
        </a:prstGeom>
        <a:solidFill>
          <a:srgbClr val="FFC00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800" kern="1200" dirty="0"/>
        </a:p>
      </dsp:txBody>
      <dsp:txXfrm>
        <a:off x="1646048" y="2886027"/>
        <a:ext cx="3566438" cy="962009"/>
      </dsp:txXfrm>
    </dsp:sp>
    <dsp:sp modelId="{E9647741-A0D1-436A-BA52-D3EE205182D1}">
      <dsp:nvSpPr>
        <dsp:cNvPr id="0" name=""/>
        <dsp:cNvSpPr/>
      </dsp:nvSpPr>
      <dsp:spPr>
        <a:xfrm>
          <a:off x="0" y="3848036"/>
          <a:ext cx="6858535" cy="962009"/>
        </a:xfrm>
        <a:prstGeom prst="trapezoid">
          <a:avLst>
            <a:gd name="adj" fmla="val 71294"/>
          </a:avLst>
        </a:prstGeom>
        <a:solidFill>
          <a:schemeClr val="accent6">
            <a:lumMod val="75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800" kern="1200" dirty="0"/>
        </a:p>
      </dsp:txBody>
      <dsp:txXfrm>
        <a:off x="1200243" y="3848036"/>
        <a:ext cx="4458047" cy="9620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45510-C3E4-4395-BD45-C7AB0E24FC02}">
      <dsp:nvSpPr>
        <dsp:cNvPr id="0" name=""/>
        <dsp:cNvSpPr/>
      </dsp:nvSpPr>
      <dsp:spPr>
        <a:xfrm>
          <a:off x="2743414" y="0"/>
          <a:ext cx="1371707" cy="962009"/>
        </a:xfrm>
        <a:prstGeom prst="trapezoid">
          <a:avLst>
            <a:gd name="adj" fmla="val 7129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/>
            <a:t> </a:t>
          </a:r>
          <a:endParaRPr lang="en-SG" sz="5800" kern="1200" dirty="0"/>
        </a:p>
      </dsp:txBody>
      <dsp:txXfrm>
        <a:off x="2743414" y="0"/>
        <a:ext cx="1371707" cy="962009"/>
      </dsp:txXfrm>
    </dsp:sp>
    <dsp:sp modelId="{B61D9695-72D8-4E85-8C0A-CD92B827F221}">
      <dsp:nvSpPr>
        <dsp:cNvPr id="0" name=""/>
        <dsp:cNvSpPr/>
      </dsp:nvSpPr>
      <dsp:spPr>
        <a:xfrm>
          <a:off x="2057560" y="962009"/>
          <a:ext cx="2743414" cy="962009"/>
        </a:xfrm>
        <a:prstGeom prst="trapezoid">
          <a:avLst>
            <a:gd name="adj" fmla="val 71294"/>
          </a:avLst>
        </a:prstGeom>
        <a:solidFill>
          <a:srgbClr val="7030A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/>
            <a:t> </a:t>
          </a:r>
          <a:endParaRPr lang="en-SG" sz="5800" kern="1200" dirty="0"/>
        </a:p>
      </dsp:txBody>
      <dsp:txXfrm>
        <a:off x="2537657" y="962009"/>
        <a:ext cx="1783219" cy="962009"/>
      </dsp:txXfrm>
    </dsp:sp>
    <dsp:sp modelId="{6C9B9124-607A-4B1A-A08B-83B7F9E3C015}">
      <dsp:nvSpPr>
        <dsp:cNvPr id="0" name=""/>
        <dsp:cNvSpPr/>
      </dsp:nvSpPr>
      <dsp:spPr>
        <a:xfrm>
          <a:off x="1371707" y="1924018"/>
          <a:ext cx="4115120" cy="962009"/>
        </a:xfrm>
        <a:prstGeom prst="trapezoid">
          <a:avLst>
            <a:gd name="adj" fmla="val 71294"/>
          </a:avLst>
        </a:prstGeom>
        <a:solidFill>
          <a:schemeClr val="accent2">
            <a:lumMod val="75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800" kern="1200" dirty="0"/>
        </a:p>
      </dsp:txBody>
      <dsp:txXfrm>
        <a:off x="2091853" y="1924018"/>
        <a:ext cx="2674828" cy="962009"/>
      </dsp:txXfrm>
    </dsp:sp>
    <dsp:sp modelId="{C0DCB391-9B69-4603-98F9-C88BAAD5D1AB}">
      <dsp:nvSpPr>
        <dsp:cNvPr id="0" name=""/>
        <dsp:cNvSpPr/>
      </dsp:nvSpPr>
      <dsp:spPr>
        <a:xfrm>
          <a:off x="685853" y="2886027"/>
          <a:ext cx="5486828" cy="962009"/>
        </a:xfrm>
        <a:prstGeom prst="trapezoid">
          <a:avLst>
            <a:gd name="adj" fmla="val 71294"/>
          </a:avLst>
        </a:prstGeom>
        <a:solidFill>
          <a:srgbClr val="FFC00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800" kern="1200" dirty="0"/>
        </a:p>
      </dsp:txBody>
      <dsp:txXfrm>
        <a:off x="1646048" y="2886027"/>
        <a:ext cx="3566438" cy="962009"/>
      </dsp:txXfrm>
    </dsp:sp>
    <dsp:sp modelId="{E9647741-A0D1-436A-BA52-D3EE205182D1}">
      <dsp:nvSpPr>
        <dsp:cNvPr id="0" name=""/>
        <dsp:cNvSpPr/>
      </dsp:nvSpPr>
      <dsp:spPr>
        <a:xfrm>
          <a:off x="0" y="3848036"/>
          <a:ext cx="6858535" cy="962009"/>
        </a:xfrm>
        <a:prstGeom prst="trapezoid">
          <a:avLst>
            <a:gd name="adj" fmla="val 71294"/>
          </a:avLst>
        </a:prstGeom>
        <a:solidFill>
          <a:schemeClr val="accent6">
            <a:lumMod val="75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800" kern="1200" dirty="0"/>
        </a:p>
      </dsp:txBody>
      <dsp:txXfrm>
        <a:off x="1200243" y="3848036"/>
        <a:ext cx="4458047" cy="9620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0FCCF-5CF4-404D-AD1B-36BEF022C4C2}" type="datetimeFigureOut">
              <a:rPr lang="en-SG" smtClean="0"/>
              <a:t>27/2/2026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C0FA0-4E75-4E8D-BF09-11B6D569D5E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153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C0FA0-4E75-4E8D-BF09-11B6D569D5EA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688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C0FA0-4E75-4E8D-BF09-11B6D569D5EA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83247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6A2DD-EA4A-F710-F14C-6DFFEA00A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2BB56-6186-1A1B-1384-43F9CC6C8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3ACCA-74A2-5A46-630A-70D574E86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2D488-B1CA-A8B0-36DB-D99DF3254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C0FA0-4E75-4E8D-BF09-11B6D569D5EA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8115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C0FA0-4E75-4E8D-BF09-11B6D569D5EA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8074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C0FA0-4E75-4E8D-BF09-11B6D569D5EA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7495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5E5F6-E4FB-345E-8B20-D802E1DDB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4EB543-4BC7-8AFB-9D00-4ABA22436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E6359-145E-7782-F0DB-DD6143DBF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A18A-5CE4-40C1-8227-52475E3DF71E}" type="datetimeFigureOut">
              <a:rPr lang="en-SG" smtClean="0"/>
              <a:t>27/2/2026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B803B-E201-900F-E0E8-922726ED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6BEA7-DDFA-2932-6B96-E2C507850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ABA6-61E1-4C62-A02C-785959ED17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8266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3FA74-5BE4-3C9C-EFEE-71274F05F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E82AC-8D21-7F3E-D262-DE68815BA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31AE0-861E-2444-EF81-113A1342A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A18A-5CE4-40C1-8227-52475E3DF71E}" type="datetimeFigureOut">
              <a:rPr lang="en-SG" smtClean="0"/>
              <a:t>27/2/2026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5EDAF-4B04-614C-D909-BE236FFA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D5B9E-7498-DAA7-AA49-ED1FB46D3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ABA6-61E1-4C62-A02C-785959ED17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6311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A37C4-AD00-E48F-CFFF-72FD5DA60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A75B1-2CF7-BDD2-8B95-B6C9E6673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CCD57-D9D9-E5EE-6216-D6577A338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A18A-5CE4-40C1-8227-52475E3DF71E}" type="datetimeFigureOut">
              <a:rPr lang="en-SG" smtClean="0"/>
              <a:t>27/2/2026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D62E3-8408-71CD-5FE1-70C6BEBBE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6C64A-DE10-AA93-F41E-DE928CB44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ABA6-61E1-4C62-A02C-785959ED17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9751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C77C-0719-4CF8-BE6F-CE95FB7CC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68C4D-F4B4-5692-C1F6-C37DB03A1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EAB04-B170-3F43-2ABB-A4F9378F1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EA28B-46CB-F64F-54F7-A746CED1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A18A-5CE4-40C1-8227-52475E3DF71E}" type="datetimeFigureOut">
              <a:rPr lang="en-SG" smtClean="0"/>
              <a:t>27/2/2026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7A8AE-FCB1-851B-3856-382568053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DEF43-A172-DD0F-A778-1F5856538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ABA6-61E1-4C62-A02C-785959ED17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532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A66F9-5EB0-85C5-D81D-84F479342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FFDFB-CD33-7649-0741-08DC31851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7ED92-A12D-30ED-312D-0C5E32117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25B863-67AF-4148-8443-8029D15BB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BE83F-16AD-A144-31BC-86937FEE30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3066F1-37CC-A0E6-D2B1-A37791B3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A18A-5CE4-40C1-8227-52475E3DF71E}" type="datetimeFigureOut">
              <a:rPr lang="en-SG" smtClean="0"/>
              <a:t>27/2/2026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DE9E03-1A54-1EB4-93C7-798A46D4A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B9C3D-1FAA-BD74-1347-D3491FE60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ABA6-61E1-4C62-A02C-785959ED17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2272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B1706-45FA-5080-8D20-EFF2C824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7EDD21-1630-DD09-8451-611BD14F0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A18A-5CE4-40C1-8227-52475E3DF71E}" type="datetimeFigureOut">
              <a:rPr lang="en-SG" smtClean="0"/>
              <a:t>27/2/2026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E629AD-1512-2D16-7FE7-BE0DC845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52A2D-ACC6-9C6C-F2E3-52E8F226F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ABA6-61E1-4C62-A02C-785959ED17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7660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80DFE7-DF37-788F-619E-CC9BF2794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A18A-5CE4-40C1-8227-52475E3DF71E}" type="datetimeFigureOut">
              <a:rPr lang="en-SG" smtClean="0"/>
              <a:t>27/2/2026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720C1A-B6D2-06B8-8944-7A979888B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5CBC5-A1AA-FCB8-BC21-45B7B1C6F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ABA6-61E1-4C62-A02C-785959ED17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80655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5DCDE-E50B-6EF3-A355-C8C7FF031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AE28A-2F37-25F2-FD9E-6A51E10AB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25F66-80B1-973B-F459-86DE41B696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1C76A-D2FF-A2EF-796B-711A2D460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A18A-5CE4-40C1-8227-52475E3DF71E}" type="datetimeFigureOut">
              <a:rPr lang="en-SG" smtClean="0"/>
              <a:t>27/2/2026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E1032-59DB-E952-5C5C-B322BA492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0DCA1-0E51-7904-82B7-62E711294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ABA6-61E1-4C62-A02C-785959ED17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03047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1C8C3-D7B9-ACC1-29BC-2441959E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20236-8B32-B990-C86F-A0A6F9A31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DE737-9D31-CCE1-7668-E1DE08CCE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E4B55-703A-CC84-8281-8E565768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A18A-5CE4-40C1-8227-52475E3DF71E}" type="datetimeFigureOut">
              <a:rPr lang="en-SG" smtClean="0"/>
              <a:t>27/2/2026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5B207-19D4-58E8-BE3D-26644F2E3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F67EF-5FB0-5474-FB7A-22FB154B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ABA6-61E1-4C62-A02C-785959ED17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929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391F-D4F7-2464-A739-A60168FE9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61462-AC22-7947-715C-4530A293D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D690D-E4C0-6BE1-0FD9-F9F4028E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A18A-5CE4-40C1-8227-52475E3DF71E}" type="datetimeFigureOut">
              <a:rPr lang="en-SG" smtClean="0"/>
              <a:t>27/2/2026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1D50-E851-6EC4-E2FA-917B1DFC9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AD77A-98D4-0DBA-4811-227C85A8C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ABA6-61E1-4C62-A02C-785959ED17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8937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36C46D-B6C4-92DA-48D1-14DBD104D0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3D246-937F-873E-0091-2E613D550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16782-C335-DDFD-4C2E-E5F1F7BAC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A18A-5CE4-40C1-8227-52475E3DF71E}" type="datetimeFigureOut">
              <a:rPr lang="en-SG" smtClean="0"/>
              <a:t>27/2/2026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8764C-FBC9-4798-307C-96BCF993B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B2D1E-8CB7-1E0E-B4C1-45D698462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ABA6-61E1-4C62-A02C-785959ED17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52504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1A6827-BC92-7A08-9FB3-D16C3263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88316-F8DC-1079-3D12-24B57F933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E32F8-CEC4-A902-51D9-2A76B43BFF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E8A18A-5CE4-40C1-8227-52475E3DF71E}" type="datetimeFigureOut">
              <a:rPr lang="en-SG" smtClean="0"/>
              <a:t>27/2/2026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2DBFE-626A-D465-6296-E31E7C91D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D18C5-6666-227C-DE36-FE83EA88C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36ABA6-61E1-4C62-A02C-785959ED176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7493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10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8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7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7.svg"/><Relationship Id="rId4" Type="http://schemas.openxmlformats.org/officeDocument/2006/relationships/diagramLayout" Target="../diagrams/layout2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3E5AE25-CD5D-CD77-9F06-087E04D3808C}"/>
              </a:ext>
            </a:extLst>
          </p:cNvPr>
          <p:cNvSpPr/>
          <p:nvPr/>
        </p:nvSpPr>
        <p:spPr>
          <a:xfrm>
            <a:off x="318881" y="224127"/>
            <a:ext cx="11606819" cy="654243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859166-95ED-7C03-4378-F4C5B9600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91" y="1846740"/>
            <a:ext cx="6684036" cy="4787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846067-E6DC-D1F3-D9AE-4956844A0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8238" y="399309"/>
            <a:ext cx="4650786" cy="4037937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02E023-C203-86DD-DC12-B8EE640E62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92" r="13746"/>
          <a:stretch>
            <a:fillRect/>
          </a:stretch>
        </p:blipFill>
        <p:spPr>
          <a:xfrm>
            <a:off x="4943693" y="1810419"/>
            <a:ext cx="1897869" cy="14989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581CA0-8358-A460-20A2-E095E347B2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873" y="4516770"/>
            <a:ext cx="4673515" cy="211710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B41583B-72DD-D441-2236-E7C75270AE75}"/>
              </a:ext>
            </a:extLst>
          </p:cNvPr>
          <p:cNvSpPr txBox="1"/>
          <p:nvPr/>
        </p:nvSpPr>
        <p:spPr>
          <a:xfrm>
            <a:off x="509267" y="619935"/>
            <a:ext cx="6358586" cy="830997"/>
          </a:xfrm>
          <a:prstGeom prst="rect">
            <a:avLst/>
          </a:prstGeom>
          <a:noFill/>
          <a:ln w="28575">
            <a:solidFill>
              <a:schemeClr val="bg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3D 6Axis Robotic Arm Simulator System with Python-</a:t>
            </a:r>
            <a:r>
              <a:rPr lang="en-US" sz="2400" b="1" dirty="0" err="1">
                <a:solidFill>
                  <a:schemeClr val="bg1"/>
                </a:solidFill>
              </a:rPr>
              <a:t>wxPython</a:t>
            </a:r>
            <a:r>
              <a:rPr lang="en-US" sz="2400" b="1" dirty="0">
                <a:solidFill>
                  <a:schemeClr val="bg1"/>
                </a:solidFill>
              </a:rPr>
              <a:t>-OpenGL and OPC-UA</a:t>
            </a:r>
            <a:endParaRPr lang="en-SG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245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4ED527DE-8C07-40ED-A228-35488E6B8F2F}"/>
              </a:ext>
            </a:extLst>
          </p:cNvPr>
          <p:cNvSpPr/>
          <p:nvPr/>
        </p:nvSpPr>
        <p:spPr>
          <a:xfrm>
            <a:off x="732769" y="784848"/>
            <a:ext cx="10559842" cy="563105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C74FAE1-28E0-90A7-B3EA-9457BBD62D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1899859"/>
              </p:ext>
            </p:extLst>
          </p:nvPr>
        </p:nvGraphicFramePr>
        <p:xfrm>
          <a:off x="981776" y="1255656"/>
          <a:ext cx="6858535" cy="4810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F25AAB2-3470-455E-FB71-761B00DBF7B0}"/>
              </a:ext>
            </a:extLst>
          </p:cNvPr>
          <p:cNvSpPr txBox="1"/>
          <p:nvPr/>
        </p:nvSpPr>
        <p:spPr>
          <a:xfrm>
            <a:off x="899388" y="5330210"/>
            <a:ext cx="2030933" cy="73866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LEVEL0-Production Process [Sensors and Signals ] </a:t>
            </a:r>
            <a:endParaRPr lang="en-SG" sz="14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DC498C-6EA2-79DB-CBD4-86EACD82BB50}"/>
              </a:ext>
            </a:extLst>
          </p:cNvPr>
          <p:cNvSpPr txBox="1"/>
          <p:nvPr/>
        </p:nvSpPr>
        <p:spPr>
          <a:xfrm>
            <a:off x="899389" y="3600377"/>
            <a:ext cx="2697251" cy="52322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LEVEL2-Monitoring &amp; Supervising [SCADA &amp; HMI]</a:t>
            </a:r>
            <a:endParaRPr lang="en-SG" sz="14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318F75-4B51-5B44-7916-CF474AF30412}"/>
              </a:ext>
            </a:extLst>
          </p:cNvPr>
          <p:cNvSpPr txBox="1"/>
          <p:nvPr/>
        </p:nvSpPr>
        <p:spPr>
          <a:xfrm>
            <a:off x="899389" y="4569329"/>
            <a:ext cx="2030932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LEVEL1-Sensing &amp; Manipulating [PLC]</a:t>
            </a:r>
            <a:endParaRPr lang="en-SG" sz="1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47016A-0C27-4FF6-094C-99B4BEEE3906}"/>
              </a:ext>
            </a:extLst>
          </p:cNvPr>
          <p:cNvSpPr txBox="1"/>
          <p:nvPr/>
        </p:nvSpPr>
        <p:spPr>
          <a:xfrm>
            <a:off x="899389" y="2860294"/>
            <a:ext cx="4624443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LEVEL3-Manufacturing Operations Management [MES]</a:t>
            </a:r>
            <a:endParaRPr lang="en-SG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7D030A-E558-A546-0013-69FB49CAE58A}"/>
              </a:ext>
            </a:extLst>
          </p:cNvPr>
          <p:cNvSpPr txBox="1"/>
          <p:nvPr/>
        </p:nvSpPr>
        <p:spPr>
          <a:xfrm>
            <a:off x="926460" y="1880011"/>
            <a:ext cx="3681892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LEVEL4-Business Planning &amp; Logistic [ERP]</a:t>
            </a:r>
            <a:endParaRPr lang="en-SG" sz="14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6DEBF6-EE6E-7002-A0BB-0D7E052F85CE}"/>
              </a:ext>
            </a:extLst>
          </p:cNvPr>
          <p:cNvSpPr/>
          <p:nvPr/>
        </p:nvSpPr>
        <p:spPr>
          <a:xfrm>
            <a:off x="2850771" y="5248025"/>
            <a:ext cx="1782189" cy="2710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>
                <a:solidFill>
                  <a:prstClr val="black"/>
                </a:solidFill>
                <a:latin typeface="Calibri" panose="020F0502020204030204"/>
              </a:rPr>
              <a:t>Ground Cube Position Sensor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F43130-2311-9C56-AC37-E982792AED3B}"/>
              </a:ext>
            </a:extLst>
          </p:cNvPr>
          <p:cNvSpPr/>
          <p:nvPr/>
        </p:nvSpPr>
        <p:spPr>
          <a:xfrm>
            <a:off x="2850771" y="5602344"/>
            <a:ext cx="2430978" cy="358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Robot Joint Rotation Angle Sensors : base</a:t>
            </a:r>
            <a:r>
              <a:rPr lang="en-US" sz="1000" b="1" dirty="0">
                <a:solidFill>
                  <a:prstClr val="black"/>
                </a:solidFill>
                <a:latin typeface="Calibri" panose="020F0502020204030204"/>
              </a:rPr>
              <a:t>, Shoulder, Elbow, Wrist, Gripper Rotation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10FDAC-8CE5-3315-DDAE-7604B5956E47}"/>
              </a:ext>
            </a:extLst>
          </p:cNvPr>
          <p:cNvSpPr/>
          <p:nvPr/>
        </p:nvSpPr>
        <p:spPr>
          <a:xfrm>
            <a:off x="5489684" y="5248025"/>
            <a:ext cx="1660054" cy="71237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Robot Servo Motor Signal: base</a:t>
            </a:r>
            <a:r>
              <a:rPr lang="en-US" sz="1000" b="1" dirty="0">
                <a:solidFill>
                  <a:prstClr val="black"/>
                </a:solidFill>
                <a:latin typeface="Calibri" panose="020F0502020204030204"/>
              </a:rPr>
              <a:t>, Shoulder, Elbow, Wrist, Gripper Rotation and  Opening.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id="{9986D7BE-9C9B-205E-F5A3-72736A1D7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568" y="4271880"/>
            <a:ext cx="693181" cy="759931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C6B5682-CFCD-C6EF-C8F3-AE9445156558}"/>
              </a:ext>
            </a:extLst>
          </p:cNvPr>
          <p:cNvCxnSpPr>
            <a:cxnSpLocks/>
            <a:stCxn id="10" idx="0"/>
            <a:endCxn id="13" idx="1"/>
          </p:cNvCxnSpPr>
          <p:nvPr/>
        </p:nvCxnSpPr>
        <p:spPr>
          <a:xfrm rot="5400000" flipH="1" flipV="1">
            <a:off x="3867128" y="4526585"/>
            <a:ext cx="596179" cy="846702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593320A-645E-0F2E-73A2-AFC054C70448}"/>
              </a:ext>
            </a:extLst>
          </p:cNvPr>
          <p:cNvCxnSpPr>
            <a:cxnSpLocks/>
            <a:stCxn id="13" idx="3"/>
            <a:endCxn id="12" idx="0"/>
          </p:cNvCxnSpPr>
          <p:nvPr/>
        </p:nvCxnSpPr>
        <p:spPr>
          <a:xfrm>
            <a:off x="5281749" y="4651846"/>
            <a:ext cx="1037962" cy="596179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8B258AC-2A02-C8A7-11DB-A41529ECC631}"/>
              </a:ext>
            </a:extLst>
          </p:cNvPr>
          <p:cNvSpPr txBox="1"/>
          <p:nvPr/>
        </p:nvSpPr>
        <p:spPr>
          <a:xfrm>
            <a:off x="3530190" y="4179331"/>
            <a:ext cx="8808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Robot Arm Control PLC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DB7BB66-0201-32E5-9DF9-8BD9BFB2F3C2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4935158" y="5031811"/>
            <a:ext cx="1" cy="57053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F248804-6649-145B-AF25-951CC80B6DC9}"/>
              </a:ext>
            </a:extLst>
          </p:cNvPr>
          <p:cNvSpPr txBox="1"/>
          <p:nvPr/>
        </p:nvSpPr>
        <p:spPr>
          <a:xfrm>
            <a:off x="3744737" y="4695627"/>
            <a:ext cx="793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PLC Input 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F32BF8-6B2A-8348-E8CD-DA236B3164A1}"/>
              </a:ext>
            </a:extLst>
          </p:cNvPr>
          <p:cNvSpPr txBox="1"/>
          <p:nvPr/>
        </p:nvSpPr>
        <p:spPr>
          <a:xfrm>
            <a:off x="5426824" y="4697334"/>
            <a:ext cx="8820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PLC </a:t>
            </a:r>
            <a:r>
              <a:rPr lang="en-US" sz="1100" b="1" dirty="0">
                <a:solidFill>
                  <a:schemeClr val="bg1"/>
                </a:solidFill>
                <a:latin typeface="Calibri" panose="020F0502020204030204"/>
              </a:rPr>
              <a:t>Out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put 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7762A2-5DB8-E2AD-0BDF-CD6F1735A4FF}"/>
              </a:ext>
            </a:extLst>
          </p:cNvPr>
          <p:cNvSpPr txBox="1"/>
          <p:nvPr/>
        </p:nvSpPr>
        <p:spPr>
          <a:xfrm>
            <a:off x="2632592" y="4900205"/>
            <a:ext cx="21120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B0F0"/>
                </a:solidFill>
              </a:rPr>
              <a:t>Simulated Electrical signal    </a:t>
            </a:r>
            <a:endParaRPr lang="en-SG" sz="1100" b="1" dirty="0">
              <a:solidFill>
                <a:srgbClr val="00B0F0"/>
              </a:solidFill>
            </a:endParaRPr>
          </a:p>
        </p:txBody>
      </p:sp>
      <p:pic>
        <p:nvPicPr>
          <p:cNvPr id="35" name="Graphic 34" descr="Ui Ux with solid fill">
            <a:extLst>
              <a:ext uri="{FF2B5EF4-FFF2-40B4-BE49-F238E27FC236}">
                <a16:creationId xmlns:a16="http://schemas.microsoft.com/office/drawing/2014/main" id="{9C02B275-40C4-52D3-AD1A-A9114BEF69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88567" y="3284232"/>
            <a:ext cx="693181" cy="693181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7075FDF-5BA0-1B7F-78EA-880F4D446C03}"/>
              </a:ext>
            </a:extLst>
          </p:cNvPr>
          <p:cNvCxnSpPr>
            <a:cxnSpLocks/>
          </p:cNvCxnSpPr>
          <p:nvPr/>
        </p:nvCxnSpPr>
        <p:spPr>
          <a:xfrm flipV="1">
            <a:off x="4737687" y="3913435"/>
            <a:ext cx="1" cy="29446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F3B0FD5-F82D-200C-16F8-A57C3EFDA87C}"/>
              </a:ext>
            </a:extLst>
          </p:cNvPr>
          <p:cNvSpPr txBox="1"/>
          <p:nvPr/>
        </p:nvSpPr>
        <p:spPr>
          <a:xfrm>
            <a:off x="3827977" y="3836122"/>
            <a:ext cx="8820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OPCUA-TCP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2F93B5D-EDF1-436F-74FE-54168076B69E}"/>
              </a:ext>
            </a:extLst>
          </p:cNvPr>
          <p:cNvCxnSpPr>
            <a:cxnSpLocks/>
          </p:cNvCxnSpPr>
          <p:nvPr/>
        </p:nvCxnSpPr>
        <p:spPr>
          <a:xfrm>
            <a:off x="5125219" y="3933679"/>
            <a:ext cx="0" cy="27422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9C04E07-0AC9-A6FD-D712-FDC741930635}"/>
              </a:ext>
            </a:extLst>
          </p:cNvPr>
          <p:cNvSpPr txBox="1"/>
          <p:nvPr/>
        </p:nvSpPr>
        <p:spPr>
          <a:xfrm>
            <a:off x="2127280" y="6085329"/>
            <a:ext cx="4822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The ISA-95 Automation Levels and Functions Pyramid </a:t>
            </a:r>
            <a:endParaRPr lang="en-SG" sz="1400" b="1" dirty="0">
              <a:solidFill>
                <a:schemeClr val="bg1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93E44E3-562A-BB3E-407B-B26D3C2BE2AF}"/>
              </a:ext>
            </a:extLst>
          </p:cNvPr>
          <p:cNvCxnSpPr>
            <a:cxnSpLocks/>
          </p:cNvCxnSpPr>
          <p:nvPr/>
        </p:nvCxnSpPr>
        <p:spPr>
          <a:xfrm>
            <a:off x="7454723" y="5519088"/>
            <a:ext cx="530662" cy="0"/>
          </a:xfrm>
          <a:prstGeom prst="straightConnector1">
            <a:avLst/>
          </a:prstGeom>
          <a:ln w="28575">
            <a:solidFill>
              <a:srgbClr val="38A3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40B74377-5EDD-88EA-03DC-D300DC8075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0785" y="4109860"/>
            <a:ext cx="3086275" cy="2087577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</p:pic>
      <p:pic>
        <p:nvPicPr>
          <p:cNvPr id="55" name="Graphic 54" descr="Web design with solid fill">
            <a:extLst>
              <a:ext uri="{FF2B5EF4-FFF2-40B4-BE49-F238E27FC236}">
                <a16:creationId xmlns:a16="http://schemas.microsoft.com/office/drawing/2014/main" id="{DAEF6773-B947-348B-0C7B-F27A7109EBF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07968" y="3550612"/>
            <a:ext cx="503142" cy="492207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0863C83-F070-C286-6849-024FBFE7524E}"/>
              </a:ext>
            </a:extLst>
          </p:cNvPr>
          <p:cNvSpPr txBox="1"/>
          <p:nvPr/>
        </p:nvSpPr>
        <p:spPr>
          <a:xfrm>
            <a:off x="8385230" y="3565882"/>
            <a:ext cx="264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200" b="1" dirty="0">
                <a:solidFill>
                  <a:srgbClr val="F4C54F"/>
                </a:solidFill>
                <a:latin typeface="Calibri" panose="020F0502020204030204"/>
              </a:rPr>
              <a:t>Python Virtual PLC Simulator with IEC 62541 OPC-UA-TCP </a:t>
            </a:r>
            <a:endParaRPr kumimoji="0" lang="en-SG" sz="1200" b="1" i="0" u="none" strike="noStrike" kern="1200" cap="none" spc="0" normalizeH="0" baseline="0" noProof="0" dirty="0">
              <a:ln>
                <a:noFill/>
              </a:ln>
              <a:solidFill>
                <a:srgbClr val="F4C5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FE4C6884-515A-7725-6A4A-E3594CC7FD01}"/>
              </a:ext>
            </a:extLst>
          </p:cNvPr>
          <p:cNvCxnSpPr>
            <a:cxnSpLocks/>
          </p:cNvCxnSpPr>
          <p:nvPr/>
        </p:nvCxnSpPr>
        <p:spPr>
          <a:xfrm flipV="1">
            <a:off x="6769961" y="3836122"/>
            <a:ext cx="1069395" cy="774097"/>
          </a:xfrm>
          <a:prstGeom prst="bentConnector3">
            <a:avLst/>
          </a:prstGeom>
          <a:ln w="19050">
            <a:solidFill>
              <a:srgbClr val="F4C5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F56096B-69AD-2025-5813-7E6B3323D6BF}"/>
              </a:ext>
            </a:extLst>
          </p:cNvPr>
          <p:cNvSpPr txBox="1"/>
          <p:nvPr/>
        </p:nvSpPr>
        <p:spPr>
          <a:xfrm>
            <a:off x="8003930" y="4214227"/>
            <a:ext cx="19548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8A36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3D Robot Arm Simulator </a:t>
            </a:r>
            <a:endParaRPr kumimoji="0" lang="en-SG" sz="1200" b="1" i="0" u="none" strike="noStrike" kern="1200" cap="none" spc="0" normalizeH="0" baseline="0" noProof="0" dirty="0">
              <a:ln>
                <a:noFill/>
              </a:ln>
              <a:solidFill>
                <a:srgbClr val="38A36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02D01B60-BB4C-28CB-5C36-11DE5075A69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06926" y="1479482"/>
            <a:ext cx="3567850" cy="1988817"/>
          </a:xfrm>
          <a:prstGeom prst="rect">
            <a:avLst/>
          </a:prstGeom>
        </p:spPr>
      </p:pic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3C966F6-B2F6-DC74-2FC5-4382D912FB4D}"/>
              </a:ext>
            </a:extLst>
          </p:cNvPr>
          <p:cNvCxnSpPr>
            <a:cxnSpLocks/>
          </p:cNvCxnSpPr>
          <p:nvPr/>
        </p:nvCxnSpPr>
        <p:spPr>
          <a:xfrm>
            <a:off x="5800730" y="3284232"/>
            <a:ext cx="1746787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58D7BDB-DE96-923B-8456-E1FAF5D345F5}"/>
              </a:ext>
            </a:extLst>
          </p:cNvPr>
          <p:cNvSpPr txBox="1"/>
          <p:nvPr/>
        </p:nvSpPr>
        <p:spPr>
          <a:xfrm>
            <a:off x="5940771" y="2631222"/>
            <a:ext cx="195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Robot Arm Simulator OPCUA Remote Human Machine Interface  </a:t>
            </a:r>
            <a:endParaRPr kumimoji="0" lang="en-SG" sz="1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3B2D12D-67AD-5AED-5A30-7D0C522365D9}"/>
              </a:ext>
            </a:extLst>
          </p:cNvPr>
          <p:cNvSpPr txBox="1"/>
          <p:nvPr/>
        </p:nvSpPr>
        <p:spPr>
          <a:xfrm>
            <a:off x="823738" y="924707"/>
            <a:ext cx="8916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000" b="1" dirty="0">
                <a:solidFill>
                  <a:prstClr val="white"/>
                </a:solidFill>
                <a:latin typeface="Calibri" panose="020F0502020204030204"/>
              </a:rPr>
              <a:t>3D_6Axis_Robotic_Arm_Simulator with Python-</a:t>
            </a:r>
            <a:r>
              <a:rPr lang="en-US" sz="2000" b="1" dirty="0" err="1">
                <a:solidFill>
                  <a:prstClr val="white"/>
                </a:solidFill>
                <a:latin typeface="Calibri" panose="020F0502020204030204"/>
              </a:rPr>
              <a:t>wxPython</a:t>
            </a:r>
            <a:r>
              <a:rPr lang="en-US" sz="2000" b="1" dirty="0">
                <a:solidFill>
                  <a:prstClr val="white"/>
                </a:solidFill>
                <a:latin typeface="Calibri" panose="020F0502020204030204"/>
              </a:rPr>
              <a:t>-OpenGL and OPC-UA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44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07AB8-79B2-317B-712B-C1BD20624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D026EDA2-626B-9E53-098D-1F59DEC4C6F6}"/>
              </a:ext>
            </a:extLst>
          </p:cNvPr>
          <p:cNvSpPr/>
          <p:nvPr/>
        </p:nvSpPr>
        <p:spPr>
          <a:xfrm>
            <a:off x="732769" y="784848"/>
            <a:ext cx="10559842" cy="563105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1D95C83-B2CA-0ABA-6A2E-CA8FA346228D}"/>
              </a:ext>
            </a:extLst>
          </p:cNvPr>
          <p:cNvGraphicFramePr/>
          <p:nvPr/>
        </p:nvGraphicFramePr>
        <p:xfrm>
          <a:off x="981776" y="1255656"/>
          <a:ext cx="6858535" cy="4810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E971F96-86ED-C2A8-857C-693775DBAA79}"/>
              </a:ext>
            </a:extLst>
          </p:cNvPr>
          <p:cNvSpPr txBox="1"/>
          <p:nvPr/>
        </p:nvSpPr>
        <p:spPr>
          <a:xfrm>
            <a:off x="899388" y="5330210"/>
            <a:ext cx="2030933" cy="73866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LEVEL0-Production Process [Sensors and Signals ] </a:t>
            </a:r>
            <a:endParaRPr lang="en-SG" sz="14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DEC206-800E-F371-29F6-FCD5DB5834C8}"/>
              </a:ext>
            </a:extLst>
          </p:cNvPr>
          <p:cNvSpPr txBox="1"/>
          <p:nvPr/>
        </p:nvSpPr>
        <p:spPr>
          <a:xfrm>
            <a:off x="899389" y="3600377"/>
            <a:ext cx="2697251" cy="52322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LEVEL2-Monitoring &amp; Supervising [SCADA &amp; HMI]</a:t>
            </a:r>
            <a:endParaRPr lang="en-SG" sz="14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010BAD-5BF9-72CA-0FEC-22C6F4903B21}"/>
              </a:ext>
            </a:extLst>
          </p:cNvPr>
          <p:cNvSpPr txBox="1"/>
          <p:nvPr/>
        </p:nvSpPr>
        <p:spPr>
          <a:xfrm>
            <a:off x="899389" y="4569329"/>
            <a:ext cx="2030932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LEVEL1-Sensing &amp; Manipulating [PLC]</a:t>
            </a:r>
            <a:endParaRPr lang="en-SG" sz="1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C3B631-99FD-8890-0DBF-F708FECE5085}"/>
              </a:ext>
            </a:extLst>
          </p:cNvPr>
          <p:cNvSpPr txBox="1"/>
          <p:nvPr/>
        </p:nvSpPr>
        <p:spPr>
          <a:xfrm>
            <a:off x="899389" y="2860294"/>
            <a:ext cx="4624443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LEVEL3-Manufacturing Operations Management [MES]</a:t>
            </a:r>
            <a:endParaRPr lang="en-SG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93E120-D5D3-6C62-5753-17AEE1B25286}"/>
              </a:ext>
            </a:extLst>
          </p:cNvPr>
          <p:cNvSpPr txBox="1"/>
          <p:nvPr/>
        </p:nvSpPr>
        <p:spPr>
          <a:xfrm>
            <a:off x="926460" y="1880011"/>
            <a:ext cx="3681892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LEVEL4-Business Planning &amp; Logistic [ERP]</a:t>
            </a:r>
            <a:endParaRPr lang="en-SG" sz="14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A1F2D3-9579-DE61-2C3F-1BDB781ABED8}"/>
              </a:ext>
            </a:extLst>
          </p:cNvPr>
          <p:cNvSpPr/>
          <p:nvPr/>
        </p:nvSpPr>
        <p:spPr>
          <a:xfrm>
            <a:off x="2850771" y="5248025"/>
            <a:ext cx="1782189" cy="2710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>
                <a:solidFill>
                  <a:prstClr val="black"/>
                </a:solidFill>
                <a:latin typeface="Calibri" panose="020F0502020204030204"/>
              </a:rPr>
              <a:t>Ground Cube Position Sensor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BA2C24-3BF9-87A7-1557-70E0B384F82E}"/>
              </a:ext>
            </a:extLst>
          </p:cNvPr>
          <p:cNvSpPr/>
          <p:nvPr/>
        </p:nvSpPr>
        <p:spPr>
          <a:xfrm>
            <a:off x="2850771" y="5602344"/>
            <a:ext cx="2430978" cy="358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Robot Joint Rotation Angle Sensors : base</a:t>
            </a:r>
            <a:r>
              <a:rPr lang="en-US" sz="1000" b="1" dirty="0">
                <a:solidFill>
                  <a:prstClr val="black"/>
                </a:solidFill>
                <a:latin typeface="Calibri" panose="020F0502020204030204"/>
              </a:rPr>
              <a:t>, Shoulder, Elbow, Wrist, Gripper Rotation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EC25DC-F4D5-CF8C-8790-335A77387408}"/>
              </a:ext>
            </a:extLst>
          </p:cNvPr>
          <p:cNvSpPr/>
          <p:nvPr/>
        </p:nvSpPr>
        <p:spPr>
          <a:xfrm>
            <a:off x="5489684" y="5248025"/>
            <a:ext cx="1660054" cy="71237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Robot Servo Motor Signal: base</a:t>
            </a:r>
            <a:r>
              <a:rPr lang="en-US" sz="1000" b="1" dirty="0">
                <a:solidFill>
                  <a:prstClr val="black"/>
                </a:solidFill>
                <a:latin typeface="Calibri" panose="020F0502020204030204"/>
              </a:rPr>
              <a:t>, Shoulder, Elbow, Wrist, Gripper Rotation and  Opening.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id="{BC54E1FA-FED0-A4FD-EFB9-BA0848CF1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568" y="4271880"/>
            <a:ext cx="693181" cy="759931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8F3EF0B-E3EE-BB80-C339-8FD4E9AE15FC}"/>
              </a:ext>
            </a:extLst>
          </p:cNvPr>
          <p:cNvCxnSpPr>
            <a:cxnSpLocks/>
            <a:stCxn id="10" idx="0"/>
            <a:endCxn id="13" idx="1"/>
          </p:cNvCxnSpPr>
          <p:nvPr/>
        </p:nvCxnSpPr>
        <p:spPr>
          <a:xfrm rot="5400000" flipH="1" flipV="1">
            <a:off x="3867128" y="4526585"/>
            <a:ext cx="596179" cy="846702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7273E96-2363-7E58-98CD-EAB2E69947FC}"/>
              </a:ext>
            </a:extLst>
          </p:cNvPr>
          <p:cNvCxnSpPr>
            <a:cxnSpLocks/>
            <a:stCxn id="13" idx="3"/>
            <a:endCxn id="12" idx="0"/>
          </p:cNvCxnSpPr>
          <p:nvPr/>
        </p:nvCxnSpPr>
        <p:spPr>
          <a:xfrm>
            <a:off x="5281749" y="4651846"/>
            <a:ext cx="1037962" cy="596179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BD43918-FFA1-34EB-A213-4074845FA719}"/>
              </a:ext>
            </a:extLst>
          </p:cNvPr>
          <p:cNvSpPr txBox="1"/>
          <p:nvPr/>
        </p:nvSpPr>
        <p:spPr>
          <a:xfrm>
            <a:off x="3530190" y="4179331"/>
            <a:ext cx="8808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Robot Arm Control PLC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8DC5D71-3EF1-31EE-1E59-82357AEB98AE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4935158" y="5031811"/>
            <a:ext cx="1" cy="57053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654DF50-873A-765A-A892-089BF2796B74}"/>
              </a:ext>
            </a:extLst>
          </p:cNvPr>
          <p:cNvSpPr txBox="1"/>
          <p:nvPr/>
        </p:nvSpPr>
        <p:spPr>
          <a:xfrm>
            <a:off x="3744737" y="4695627"/>
            <a:ext cx="793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PLC Input 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05037C-951B-A346-CD3A-724A93FA0946}"/>
              </a:ext>
            </a:extLst>
          </p:cNvPr>
          <p:cNvSpPr txBox="1"/>
          <p:nvPr/>
        </p:nvSpPr>
        <p:spPr>
          <a:xfrm>
            <a:off x="5426824" y="4697334"/>
            <a:ext cx="8820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PLC </a:t>
            </a:r>
            <a:r>
              <a:rPr lang="en-US" sz="1100" b="1" dirty="0">
                <a:solidFill>
                  <a:schemeClr val="bg1"/>
                </a:solidFill>
                <a:latin typeface="Calibri" panose="020F0502020204030204"/>
              </a:rPr>
              <a:t>Out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put 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D1EF1F-A466-670B-C279-F7F5B787CE14}"/>
              </a:ext>
            </a:extLst>
          </p:cNvPr>
          <p:cNvSpPr txBox="1"/>
          <p:nvPr/>
        </p:nvSpPr>
        <p:spPr>
          <a:xfrm>
            <a:off x="2632592" y="4900205"/>
            <a:ext cx="21120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B0F0"/>
                </a:solidFill>
              </a:rPr>
              <a:t>Simulated Electrical signal    </a:t>
            </a:r>
            <a:endParaRPr lang="en-SG" sz="1100" b="1" dirty="0">
              <a:solidFill>
                <a:srgbClr val="00B0F0"/>
              </a:solidFill>
            </a:endParaRPr>
          </a:p>
        </p:txBody>
      </p:sp>
      <p:pic>
        <p:nvPicPr>
          <p:cNvPr id="35" name="Graphic 34" descr="Ui Ux with solid fill">
            <a:extLst>
              <a:ext uri="{FF2B5EF4-FFF2-40B4-BE49-F238E27FC236}">
                <a16:creationId xmlns:a16="http://schemas.microsoft.com/office/drawing/2014/main" id="{D95283D6-DABD-2AC1-0BA8-857E9287F9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88567" y="3284232"/>
            <a:ext cx="693181" cy="693181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0573F3D-6525-8031-A787-EB7E633199F0}"/>
              </a:ext>
            </a:extLst>
          </p:cNvPr>
          <p:cNvCxnSpPr>
            <a:cxnSpLocks/>
          </p:cNvCxnSpPr>
          <p:nvPr/>
        </p:nvCxnSpPr>
        <p:spPr>
          <a:xfrm flipV="1">
            <a:off x="4737687" y="3913435"/>
            <a:ext cx="1" cy="29446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33A6656-ECCE-6377-8B89-A35E5491EF41}"/>
              </a:ext>
            </a:extLst>
          </p:cNvPr>
          <p:cNvSpPr txBox="1"/>
          <p:nvPr/>
        </p:nvSpPr>
        <p:spPr>
          <a:xfrm>
            <a:off x="3827977" y="3836122"/>
            <a:ext cx="8820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OPCUA-TCP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290122F-96F6-F7BF-2586-24704F219058}"/>
              </a:ext>
            </a:extLst>
          </p:cNvPr>
          <p:cNvCxnSpPr>
            <a:cxnSpLocks/>
          </p:cNvCxnSpPr>
          <p:nvPr/>
        </p:nvCxnSpPr>
        <p:spPr>
          <a:xfrm>
            <a:off x="5125219" y="3933679"/>
            <a:ext cx="0" cy="27422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CB50ABC-CBCF-3723-6161-749F159AE5AC}"/>
              </a:ext>
            </a:extLst>
          </p:cNvPr>
          <p:cNvSpPr txBox="1"/>
          <p:nvPr/>
        </p:nvSpPr>
        <p:spPr>
          <a:xfrm>
            <a:off x="2127280" y="6085329"/>
            <a:ext cx="4822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The ISA-95 Automation Levels and Functions Pyramid </a:t>
            </a:r>
            <a:endParaRPr lang="en-SG" sz="14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A7B1EB8-BF15-6CE6-C846-138687598BCA}"/>
              </a:ext>
            </a:extLst>
          </p:cNvPr>
          <p:cNvSpPr txBox="1"/>
          <p:nvPr/>
        </p:nvSpPr>
        <p:spPr>
          <a:xfrm>
            <a:off x="823738" y="924707"/>
            <a:ext cx="8916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000" b="1" dirty="0">
                <a:solidFill>
                  <a:prstClr val="white"/>
                </a:solidFill>
                <a:latin typeface="Calibri" panose="020F0502020204030204"/>
              </a:rPr>
              <a:t>3D_6Axis_Robotic_Arm_Simulator with Python-</a:t>
            </a:r>
            <a:r>
              <a:rPr lang="en-US" sz="2000" b="1" dirty="0" err="1">
                <a:solidFill>
                  <a:prstClr val="white"/>
                </a:solidFill>
                <a:latin typeface="Calibri" panose="020F0502020204030204"/>
              </a:rPr>
              <a:t>wxPython</a:t>
            </a:r>
            <a:r>
              <a:rPr lang="en-US" sz="2000" b="1" dirty="0">
                <a:solidFill>
                  <a:prstClr val="white"/>
                </a:solidFill>
                <a:latin typeface="Calibri" panose="020F0502020204030204"/>
              </a:rPr>
              <a:t>-OpenGL and OPC-UA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6625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66">
            <a:extLst>
              <a:ext uri="{FF2B5EF4-FFF2-40B4-BE49-F238E27FC236}">
                <a16:creationId xmlns:a16="http://schemas.microsoft.com/office/drawing/2014/main" id="{A18B5A0A-6969-7F67-02FE-B5FCC3964F98}"/>
              </a:ext>
            </a:extLst>
          </p:cNvPr>
          <p:cNvSpPr/>
          <p:nvPr/>
        </p:nvSpPr>
        <p:spPr>
          <a:xfrm>
            <a:off x="8689344" y="1609746"/>
            <a:ext cx="3211175" cy="40123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962A4AD-77BC-3C4F-146F-68E995CC99B8}"/>
              </a:ext>
            </a:extLst>
          </p:cNvPr>
          <p:cNvSpPr/>
          <p:nvPr/>
        </p:nvSpPr>
        <p:spPr>
          <a:xfrm>
            <a:off x="4522296" y="1578985"/>
            <a:ext cx="3579817" cy="47620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F94F508-0E63-A8B0-4AFC-01A2330280AE}"/>
              </a:ext>
            </a:extLst>
          </p:cNvPr>
          <p:cNvCxnSpPr>
            <a:cxnSpLocks/>
          </p:cNvCxnSpPr>
          <p:nvPr/>
        </p:nvCxnSpPr>
        <p:spPr>
          <a:xfrm>
            <a:off x="4209464" y="1331614"/>
            <a:ext cx="0" cy="511421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43F286D-9BD1-56BB-59F9-6B6E3B4B205E}"/>
              </a:ext>
            </a:extLst>
          </p:cNvPr>
          <p:cNvSpPr/>
          <p:nvPr/>
        </p:nvSpPr>
        <p:spPr>
          <a:xfrm>
            <a:off x="356119" y="1578985"/>
            <a:ext cx="3476351" cy="4762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EAA913-A29B-D91E-B019-B340E80FDE59}"/>
              </a:ext>
            </a:extLst>
          </p:cNvPr>
          <p:cNvSpPr txBox="1"/>
          <p:nvPr/>
        </p:nvSpPr>
        <p:spPr>
          <a:xfrm>
            <a:off x="292654" y="1188336"/>
            <a:ext cx="2683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LEVEL0 Production Process</a:t>
            </a:r>
            <a:endParaRPr lang="en-SG" sz="14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3114E0-A6D3-730A-DA37-3038D4FDF4DE}"/>
              </a:ext>
            </a:extLst>
          </p:cNvPr>
          <p:cNvSpPr/>
          <p:nvPr/>
        </p:nvSpPr>
        <p:spPr>
          <a:xfrm>
            <a:off x="3249603" y="4219379"/>
            <a:ext cx="1617223" cy="4296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UDP Simulated Sensor Value to  PLC input </a:t>
            </a:r>
            <a:endParaRPr lang="en-SG" sz="105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7E869A-F5A6-2EEE-EB85-695572B0278F}"/>
              </a:ext>
            </a:extLst>
          </p:cNvPr>
          <p:cNvSpPr txBox="1"/>
          <p:nvPr/>
        </p:nvSpPr>
        <p:spPr>
          <a:xfrm>
            <a:off x="356119" y="1594256"/>
            <a:ext cx="3434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3D Robot Arm Simulator</a:t>
            </a:r>
            <a:endParaRPr lang="en-SG" sz="1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973C2-7D9E-5CA7-BDC3-BF564838FC68}"/>
              </a:ext>
            </a:extLst>
          </p:cNvPr>
          <p:cNvSpPr/>
          <p:nvPr/>
        </p:nvSpPr>
        <p:spPr>
          <a:xfrm>
            <a:off x="970616" y="4280319"/>
            <a:ext cx="2005983" cy="30777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Ground Cube Position Sensor </a:t>
            </a:r>
            <a:endParaRPr lang="en-SG" sz="105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39DF91-A8B2-730E-FFA1-BDF0D574BBD9}"/>
              </a:ext>
            </a:extLst>
          </p:cNvPr>
          <p:cNvSpPr/>
          <p:nvPr/>
        </p:nvSpPr>
        <p:spPr>
          <a:xfrm>
            <a:off x="970616" y="4753841"/>
            <a:ext cx="2076196" cy="50990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Robot Joint Rotation Angle Sensors : base, Shoulder, Elbow, Wrist, Gripper Rotation</a:t>
            </a:r>
            <a:endParaRPr lang="en-SG" sz="105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A7C4FE-59D4-DB55-6480-BA0AD44A69D7}"/>
              </a:ext>
            </a:extLst>
          </p:cNvPr>
          <p:cNvSpPr txBox="1"/>
          <p:nvPr/>
        </p:nvSpPr>
        <p:spPr>
          <a:xfrm>
            <a:off x="4557058" y="1609745"/>
            <a:ext cx="3437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  <a:t>OPC-UA PLC Simulation</a:t>
            </a:r>
            <a:endParaRPr lang="en-SG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E29B4C-04C6-3BB3-AD78-7DE58C8D2B6D}"/>
              </a:ext>
            </a:extLst>
          </p:cNvPr>
          <p:cNvSpPr txBox="1"/>
          <p:nvPr/>
        </p:nvSpPr>
        <p:spPr>
          <a:xfrm>
            <a:off x="4465979" y="1214207"/>
            <a:ext cx="3211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LEVEL1 Sensing &amp; Manipulating </a:t>
            </a:r>
            <a:endParaRPr lang="en-SG" sz="1400" b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ABB435E-D1C5-2A1D-D5B6-FF9D65A294BC}"/>
              </a:ext>
            </a:extLst>
          </p:cNvPr>
          <p:cNvSpPr/>
          <p:nvPr/>
        </p:nvSpPr>
        <p:spPr>
          <a:xfrm>
            <a:off x="5174675" y="2448998"/>
            <a:ext cx="800111" cy="29572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V</a:t>
            </a:r>
            <a:r>
              <a:rPr lang="en-SG" sz="1050" b="1" dirty="0"/>
              <a:t>ar_Int16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1E8581F-D3D3-6078-F256-4DE00D9D11B5}"/>
              </a:ext>
            </a:extLst>
          </p:cNvPr>
          <p:cNvSpPr txBox="1"/>
          <p:nvPr/>
        </p:nvSpPr>
        <p:spPr>
          <a:xfrm>
            <a:off x="4544774" y="2052508"/>
            <a:ext cx="1539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PLC input variables</a:t>
            </a:r>
            <a:endParaRPr lang="en-SG" sz="1200" b="1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C6982E0-F568-FDEB-F36D-A8A4B4ECAAC2}"/>
              </a:ext>
            </a:extLst>
          </p:cNvPr>
          <p:cNvSpPr/>
          <p:nvPr/>
        </p:nvSpPr>
        <p:spPr>
          <a:xfrm>
            <a:off x="6477215" y="3218997"/>
            <a:ext cx="1193597" cy="29231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UA-Name Space</a:t>
            </a:r>
            <a:endParaRPr lang="en-SG" sz="1050" b="1" dirty="0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DEF1424-FF7D-72FE-F53F-C306F472F681}"/>
              </a:ext>
            </a:extLst>
          </p:cNvPr>
          <p:cNvCxnSpPr>
            <a:cxnSpLocks/>
          </p:cNvCxnSpPr>
          <p:nvPr/>
        </p:nvCxnSpPr>
        <p:spPr>
          <a:xfrm flipH="1">
            <a:off x="6262032" y="2596861"/>
            <a:ext cx="10038" cy="3295444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0B07DB28-A322-EE63-4405-11479194F6BA}"/>
              </a:ext>
            </a:extLst>
          </p:cNvPr>
          <p:cNvCxnSpPr/>
          <p:nvPr/>
        </p:nvCxnSpPr>
        <p:spPr>
          <a:xfrm>
            <a:off x="10645209" y="5938131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ectangle 149">
            <a:extLst>
              <a:ext uri="{FF2B5EF4-FFF2-40B4-BE49-F238E27FC236}">
                <a16:creationId xmlns:a16="http://schemas.microsoft.com/office/drawing/2014/main" id="{5FE92F7D-928C-1178-B356-6B2C0362C822}"/>
              </a:ext>
            </a:extLst>
          </p:cNvPr>
          <p:cNvSpPr/>
          <p:nvPr/>
        </p:nvSpPr>
        <p:spPr>
          <a:xfrm>
            <a:off x="7103765" y="2183517"/>
            <a:ext cx="1193597" cy="4255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OPC-UA-TCP Server </a:t>
            </a:r>
            <a:endParaRPr lang="en-SG" sz="1050" b="1" dirty="0"/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8EC21AE7-940A-A782-B415-D8135DE4BCD8}"/>
              </a:ext>
            </a:extLst>
          </p:cNvPr>
          <p:cNvCxnSpPr>
            <a:cxnSpLocks/>
          </p:cNvCxnSpPr>
          <p:nvPr/>
        </p:nvCxnSpPr>
        <p:spPr>
          <a:xfrm>
            <a:off x="8474892" y="1281995"/>
            <a:ext cx="0" cy="505906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1A359336-8DCF-D73D-017F-3F3B60206625}"/>
              </a:ext>
            </a:extLst>
          </p:cNvPr>
          <p:cNvSpPr txBox="1"/>
          <p:nvPr/>
        </p:nvSpPr>
        <p:spPr>
          <a:xfrm>
            <a:off x="8725166" y="1611237"/>
            <a:ext cx="3048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SCADA HMI/Console Program</a:t>
            </a:r>
            <a:endParaRPr lang="en-SG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81F40CF-233A-6A23-E3ED-3D7D7080726B}"/>
              </a:ext>
            </a:extLst>
          </p:cNvPr>
          <p:cNvSpPr/>
          <p:nvPr/>
        </p:nvSpPr>
        <p:spPr>
          <a:xfrm>
            <a:off x="8864794" y="2192712"/>
            <a:ext cx="1145147" cy="37930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OPC-UA-TCP Client</a:t>
            </a:r>
            <a:endParaRPr lang="en-SG" sz="1050" b="1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183E1CEC-6EF2-2118-A6BD-8A8BB9AABEF5}"/>
              </a:ext>
            </a:extLst>
          </p:cNvPr>
          <p:cNvSpPr txBox="1"/>
          <p:nvPr/>
        </p:nvSpPr>
        <p:spPr>
          <a:xfrm>
            <a:off x="8643762" y="1235909"/>
            <a:ext cx="3211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LEVEL2-Monitoring &amp; Supervising</a:t>
            </a:r>
            <a:endParaRPr lang="en-SG" sz="1400" b="1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6832DE67-645D-10F3-7277-C215577A5EE7}"/>
              </a:ext>
            </a:extLst>
          </p:cNvPr>
          <p:cNvSpPr txBox="1"/>
          <p:nvPr/>
        </p:nvSpPr>
        <p:spPr>
          <a:xfrm>
            <a:off x="8704261" y="1897490"/>
            <a:ext cx="1567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Periodic message</a:t>
            </a:r>
            <a:endParaRPr lang="en-SG" sz="1200" b="1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9D46688-1AC1-5E09-9EFA-0FC4357EDAC5}"/>
              </a:ext>
            </a:extLst>
          </p:cNvPr>
          <p:cNvSpPr/>
          <p:nvPr/>
        </p:nvSpPr>
        <p:spPr>
          <a:xfrm>
            <a:off x="3273701" y="5338455"/>
            <a:ext cx="1613725" cy="4296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UDP Simulated Motor </a:t>
            </a:r>
            <a:r>
              <a:rPr lang="en-US" sz="1050" b="1" dirty="0" err="1"/>
              <a:t>Siganl</a:t>
            </a:r>
            <a:r>
              <a:rPr lang="en-US" sz="1050" b="1" dirty="0"/>
              <a:t> to PLC output </a:t>
            </a:r>
            <a:endParaRPr lang="en-SG" sz="1050" b="1" dirty="0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D76956C8-6322-DBA6-E532-757D510E700C}"/>
              </a:ext>
            </a:extLst>
          </p:cNvPr>
          <p:cNvCxnSpPr>
            <a:cxnSpLocks/>
          </p:cNvCxnSpPr>
          <p:nvPr/>
        </p:nvCxnSpPr>
        <p:spPr>
          <a:xfrm rot="5400000">
            <a:off x="4129184" y="3164829"/>
            <a:ext cx="1628741" cy="456830"/>
          </a:xfrm>
          <a:prstGeom prst="bentConnector3">
            <a:avLst>
              <a:gd name="adj1" fmla="val 595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17314ED-A24B-78BD-6DF1-870EFC18D658}"/>
              </a:ext>
            </a:extLst>
          </p:cNvPr>
          <p:cNvCxnSpPr>
            <a:cxnSpLocks/>
          </p:cNvCxnSpPr>
          <p:nvPr/>
        </p:nvCxnSpPr>
        <p:spPr>
          <a:xfrm>
            <a:off x="4734414" y="3232558"/>
            <a:ext cx="463636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D903CA6-DCDF-67E0-D26F-25C61F5DA2F5}"/>
              </a:ext>
            </a:extLst>
          </p:cNvPr>
          <p:cNvCxnSpPr>
            <a:cxnSpLocks/>
          </p:cNvCxnSpPr>
          <p:nvPr/>
        </p:nvCxnSpPr>
        <p:spPr>
          <a:xfrm>
            <a:off x="4708332" y="3796292"/>
            <a:ext cx="463636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0DEAD90-080D-4005-C58F-8A69A8681897}"/>
              </a:ext>
            </a:extLst>
          </p:cNvPr>
          <p:cNvCxnSpPr>
            <a:cxnSpLocks/>
            <a:stCxn id="60" idx="2"/>
          </p:cNvCxnSpPr>
          <p:nvPr/>
        </p:nvCxnSpPr>
        <p:spPr>
          <a:xfrm flipH="1">
            <a:off x="5574730" y="2744725"/>
            <a:ext cx="1" cy="147465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5219C6DC-E430-B27D-ED11-6AB2DA7DEA0C}"/>
              </a:ext>
            </a:extLst>
          </p:cNvPr>
          <p:cNvSpPr/>
          <p:nvPr/>
        </p:nvSpPr>
        <p:spPr>
          <a:xfrm>
            <a:off x="5171968" y="3054220"/>
            <a:ext cx="800111" cy="29572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V</a:t>
            </a:r>
            <a:r>
              <a:rPr lang="en-SG" sz="1050" b="1" dirty="0" err="1"/>
              <a:t>ar_Float</a:t>
            </a:r>
            <a:endParaRPr lang="en-SG" sz="1050" b="1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509DE3B-F28B-FCA3-D312-3F785FAAF02C}"/>
              </a:ext>
            </a:extLst>
          </p:cNvPr>
          <p:cNvSpPr/>
          <p:nvPr/>
        </p:nvSpPr>
        <p:spPr>
          <a:xfrm>
            <a:off x="5171968" y="3675278"/>
            <a:ext cx="800111" cy="29572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V</a:t>
            </a:r>
            <a:r>
              <a:rPr lang="en-SG" sz="1050" b="1" dirty="0" err="1"/>
              <a:t>ar_Bool</a:t>
            </a:r>
            <a:endParaRPr lang="en-SG" sz="1050" b="1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C33FDE4-EC23-3B71-1F53-0228AF9DA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050" y="4245740"/>
            <a:ext cx="762864" cy="66389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D4382C0D-5A0E-3734-305E-F4A8DA872770}"/>
              </a:ext>
            </a:extLst>
          </p:cNvPr>
          <p:cNvSpPr/>
          <p:nvPr/>
        </p:nvSpPr>
        <p:spPr>
          <a:xfrm>
            <a:off x="5182919" y="5451761"/>
            <a:ext cx="800111" cy="29572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V</a:t>
            </a:r>
            <a:r>
              <a:rPr lang="en-SG" sz="1050" b="1" dirty="0" err="1"/>
              <a:t>ar_Float</a:t>
            </a:r>
            <a:endParaRPr lang="en-SG" sz="1050" b="1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08BC73F-EDA6-7485-AA00-2696C036303D}"/>
              </a:ext>
            </a:extLst>
          </p:cNvPr>
          <p:cNvCxnSpPr>
            <a:cxnSpLocks/>
          </p:cNvCxnSpPr>
          <p:nvPr/>
        </p:nvCxnSpPr>
        <p:spPr>
          <a:xfrm>
            <a:off x="5576083" y="4936461"/>
            <a:ext cx="0" cy="48670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1432798B-CADC-3199-B451-6D8F1746DCA4}"/>
              </a:ext>
            </a:extLst>
          </p:cNvPr>
          <p:cNvSpPr txBox="1"/>
          <p:nvPr/>
        </p:nvSpPr>
        <p:spPr>
          <a:xfrm>
            <a:off x="4533113" y="5980212"/>
            <a:ext cx="1738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PLC output variables</a:t>
            </a:r>
            <a:endParaRPr lang="en-SG" sz="12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7F56E9E-54E0-748A-065D-3A8C30252DC5}"/>
              </a:ext>
            </a:extLst>
          </p:cNvPr>
          <p:cNvSpPr txBox="1"/>
          <p:nvPr/>
        </p:nvSpPr>
        <p:spPr>
          <a:xfrm>
            <a:off x="4544774" y="4897602"/>
            <a:ext cx="1221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Ladder Logic</a:t>
            </a:r>
            <a:endParaRPr lang="en-SG" sz="1200" b="1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4EA485A-2499-EECA-EC2F-672E4CE197B4}"/>
              </a:ext>
            </a:extLst>
          </p:cNvPr>
          <p:cNvSpPr/>
          <p:nvPr/>
        </p:nvSpPr>
        <p:spPr>
          <a:xfrm>
            <a:off x="6676218" y="3673114"/>
            <a:ext cx="828772" cy="29231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UA-Object</a:t>
            </a:r>
            <a:endParaRPr lang="en-SG" sz="1050" b="1" dirty="0"/>
          </a:p>
        </p:txBody>
      </p: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60E99037-4CB7-001B-4073-9328A9D72650}"/>
              </a:ext>
            </a:extLst>
          </p:cNvPr>
          <p:cNvCxnSpPr>
            <a:cxnSpLocks/>
          </p:cNvCxnSpPr>
          <p:nvPr/>
        </p:nvCxnSpPr>
        <p:spPr>
          <a:xfrm rot="10800000">
            <a:off x="6570204" y="3520481"/>
            <a:ext cx="87164" cy="298789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C5BB47A3-EA29-EE6A-82C2-B2AA8E4FC2D3}"/>
              </a:ext>
            </a:extLst>
          </p:cNvPr>
          <p:cNvCxnSpPr>
            <a:cxnSpLocks/>
          </p:cNvCxnSpPr>
          <p:nvPr/>
        </p:nvCxnSpPr>
        <p:spPr>
          <a:xfrm flipH="1">
            <a:off x="6719358" y="3993500"/>
            <a:ext cx="4628" cy="1699124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94B6F9B-C05F-5310-77F4-28FCB9D9AC83}"/>
              </a:ext>
            </a:extLst>
          </p:cNvPr>
          <p:cNvSpPr/>
          <p:nvPr/>
        </p:nvSpPr>
        <p:spPr>
          <a:xfrm>
            <a:off x="6950680" y="4285270"/>
            <a:ext cx="716596" cy="29231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UA-int16</a:t>
            </a:r>
            <a:endParaRPr lang="en-SG" sz="1050" b="1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94455B8-F8A1-1CEF-DDA5-D27631E4C40A}"/>
              </a:ext>
            </a:extLst>
          </p:cNvPr>
          <p:cNvSpPr/>
          <p:nvPr/>
        </p:nvSpPr>
        <p:spPr>
          <a:xfrm>
            <a:off x="6987428" y="4901807"/>
            <a:ext cx="716596" cy="29231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UA-float</a:t>
            </a:r>
            <a:endParaRPr lang="en-SG" sz="1050" b="1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DE9E7FE-8B31-9E1A-B618-7E7853FA2784}"/>
              </a:ext>
            </a:extLst>
          </p:cNvPr>
          <p:cNvSpPr/>
          <p:nvPr/>
        </p:nvSpPr>
        <p:spPr>
          <a:xfrm>
            <a:off x="6989592" y="5659082"/>
            <a:ext cx="677684" cy="29231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UA-bool</a:t>
            </a:r>
            <a:endParaRPr lang="en-SG" sz="1050" b="1" dirty="0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C8359F1D-E211-65C5-39F1-44C9EEB5ABAA}"/>
              </a:ext>
            </a:extLst>
          </p:cNvPr>
          <p:cNvCxnSpPr>
            <a:cxnSpLocks/>
          </p:cNvCxnSpPr>
          <p:nvPr/>
        </p:nvCxnSpPr>
        <p:spPr>
          <a:xfrm flipV="1">
            <a:off x="6730556" y="4318753"/>
            <a:ext cx="227462" cy="128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755B939D-BB10-A9AD-8905-782AAD4749F4}"/>
              </a:ext>
            </a:extLst>
          </p:cNvPr>
          <p:cNvCxnSpPr>
            <a:cxnSpLocks/>
          </p:cNvCxnSpPr>
          <p:nvPr/>
        </p:nvCxnSpPr>
        <p:spPr>
          <a:xfrm>
            <a:off x="6732298" y="4973646"/>
            <a:ext cx="2430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6985B0B4-E456-20D2-8AC1-C6E4032ACAC1}"/>
              </a:ext>
            </a:extLst>
          </p:cNvPr>
          <p:cNvCxnSpPr>
            <a:cxnSpLocks/>
          </p:cNvCxnSpPr>
          <p:nvPr/>
        </p:nvCxnSpPr>
        <p:spPr>
          <a:xfrm>
            <a:off x="6731970" y="5692624"/>
            <a:ext cx="257099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98AF2848-8EBA-6653-4AE8-E7890A31EA81}"/>
              </a:ext>
            </a:extLst>
          </p:cNvPr>
          <p:cNvCxnSpPr>
            <a:cxnSpLocks/>
            <a:stCxn id="60" idx="3"/>
          </p:cNvCxnSpPr>
          <p:nvPr/>
        </p:nvCxnSpPr>
        <p:spPr>
          <a:xfrm flipV="1">
            <a:off x="5974786" y="2588050"/>
            <a:ext cx="287246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11777A80-DDC1-B43C-F8D5-AA87FACED535}"/>
              </a:ext>
            </a:extLst>
          </p:cNvPr>
          <p:cNvCxnSpPr>
            <a:cxnSpLocks/>
          </p:cNvCxnSpPr>
          <p:nvPr/>
        </p:nvCxnSpPr>
        <p:spPr>
          <a:xfrm flipV="1">
            <a:off x="5984824" y="3202083"/>
            <a:ext cx="287246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437B8FA1-AEAF-41F4-670D-CCD486D9338B}"/>
              </a:ext>
            </a:extLst>
          </p:cNvPr>
          <p:cNvCxnSpPr>
            <a:cxnSpLocks/>
          </p:cNvCxnSpPr>
          <p:nvPr/>
        </p:nvCxnSpPr>
        <p:spPr>
          <a:xfrm flipV="1">
            <a:off x="5994519" y="3791243"/>
            <a:ext cx="287246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AEB9B173-83E2-4EF7-6216-C0220EBEB8F7}"/>
              </a:ext>
            </a:extLst>
          </p:cNvPr>
          <p:cNvCxnSpPr>
            <a:cxnSpLocks/>
          </p:cNvCxnSpPr>
          <p:nvPr/>
        </p:nvCxnSpPr>
        <p:spPr>
          <a:xfrm flipV="1">
            <a:off x="5984824" y="5592692"/>
            <a:ext cx="287246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6FF26618-206F-F9B9-7307-0C8B78FF7E11}"/>
              </a:ext>
            </a:extLst>
          </p:cNvPr>
          <p:cNvSpPr txBox="1"/>
          <p:nvPr/>
        </p:nvSpPr>
        <p:spPr>
          <a:xfrm>
            <a:off x="6366597" y="2931151"/>
            <a:ext cx="14966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UA Data Structure</a:t>
            </a:r>
            <a:endParaRPr lang="en-SG" sz="1200" b="1" dirty="0"/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1424E51D-9621-B78C-862F-D3DFF5CB4E31}"/>
              </a:ext>
            </a:extLst>
          </p:cNvPr>
          <p:cNvCxnSpPr>
            <a:cxnSpLocks/>
          </p:cNvCxnSpPr>
          <p:nvPr/>
        </p:nvCxnSpPr>
        <p:spPr>
          <a:xfrm flipV="1">
            <a:off x="6284729" y="4498161"/>
            <a:ext cx="647621" cy="817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89F3DA13-5E0C-97F4-464E-A11C8483736F}"/>
              </a:ext>
            </a:extLst>
          </p:cNvPr>
          <p:cNvCxnSpPr>
            <a:cxnSpLocks/>
          </p:cNvCxnSpPr>
          <p:nvPr/>
        </p:nvCxnSpPr>
        <p:spPr>
          <a:xfrm flipV="1">
            <a:off x="6276569" y="5130259"/>
            <a:ext cx="710859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8EDEB0B-C7F3-C7E5-B3F1-F6AA3731E5B8}"/>
              </a:ext>
            </a:extLst>
          </p:cNvPr>
          <p:cNvCxnSpPr>
            <a:cxnSpLocks/>
          </p:cNvCxnSpPr>
          <p:nvPr/>
        </p:nvCxnSpPr>
        <p:spPr>
          <a:xfrm flipV="1">
            <a:off x="6245937" y="5866178"/>
            <a:ext cx="741491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95DF373D-6217-2B47-BE54-01602BA0ED5D}"/>
              </a:ext>
            </a:extLst>
          </p:cNvPr>
          <p:cNvCxnSpPr>
            <a:cxnSpLocks/>
          </p:cNvCxnSpPr>
          <p:nvPr/>
        </p:nvCxnSpPr>
        <p:spPr>
          <a:xfrm>
            <a:off x="7860772" y="2609108"/>
            <a:ext cx="0" cy="322433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F2A6A185-4D75-4898-D7D9-86804AA33662}"/>
              </a:ext>
            </a:extLst>
          </p:cNvPr>
          <p:cNvCxnSpPr>
            <a:cxnSpLocks/>
          </p:cNvCxnSpPr>
          <p:nvPr/>
        </p:nvCxnSpPr>
        <p:spPr>
          <a:xfrm>
            <a:off x="7677915" y="4431425"/>
            <a:ext cx="185363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63D867D1-FF5C-00DF-0569-DA047F1B0F52}"/>
              </a:ext>
            </a:extLst>
          </p:cNvPr>
          <p:cNvCxnSpPr>
            <a:cxnSpLocks/>
          </p:cNvCxnSpPr>
          <p:nvPr/>
        </p:nvCxnSpPr>
        <p:spPr>
          <a:xfrm>
            <a:off x="7700385" y="5027080"/>
            <a:ext cx="162893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EC7EB736-3D32-B1D3-10A5-D9B00C90F927}"/>
              </a:ext>
            </a:extLst>
          </p:cNvPr>
          <p:cNvCxnSpPr>
            <a:cxnSpLocks/>
          </p:cNvCxnSpPr>
          <p:nvPr/>
        </p:nvCxnSpPr>
        <p:spPr>
          <a:xfrm>
            <a:off x="7667276" y="5833446"/>
            <a:ext cx="193496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A2CAD7A5-C028-C3EB-9FE0-FCA3A050E419}"/>
              </a:ext>
            </a:extLst>
          </p:cNvPr>
          <p:cNvCxnSpPr>
            <a:cxnSpLocks/>
          </p:cNvCxnSpPr>
          <p:nvPr/>
        </p:nvCxnSpPr>
        <p:spPr>
          <a:xfrm flipV="1">
            <a:off x="8297362" y="2369746"/>
            <a:ext cx="58686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6A6D96EF-619A-D6E8-6199-8D50118DC53F}"/>
              </a:ext>
            </a:extLst>
          </p:cNvPr>
          <p:cNvCxnSpPr>
            <a:cxnSpLocks/>
            <a:stCxn id="173" idx="3"/>
          </p:cNvCxnSpPr>
          <p:nvPr/>
        </p:nvCxnSpPr>
        <p:spPr>
          <a:xfrm>
            <a:off x="10009941" y="2382363"/>
            <a:ext cx="3608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9223E44D-AFE8-550B-45C5-A09C60FCF73F}"/>
              </a:ext>
            </a:extLst>
          </p:cNvPr>
          <p:cNvCxnSpPr>
            <a:cxnSpLocks/>
          </p:cNvCxnSpPr>
          <p:nvPr/>
        </p:nvCxnSpPr>
        <p:spPr>
          <a:xfrm>
            <a:off x="9355071" y="2572014"/>
            <a:ext cx="0" cy="3372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3ADB8F2-F3AA-3A49-0CA6-7CDB8F57A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13" y="1897490"/>
            <a:ext cx="3071311" cy="2144797"/>
          </a:xfrm>
          <a:prstGeom prst="rect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</p:pic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FBC571B0-9059-2A79-AD4A-4A317218326E}"/>
              </a:ext>
            </a:extLst>
          </p:cNvPr>
          <p:cNvCxnSpPr>
            <a:cxnSpLocks/>
            <a:endCxn id="18" idx="3"/>
          </p:cNvCxnSpPr>
          <p:nvPr/>
        </p:nvCxnSpPr>
        <p:spPr>
          <a:xfrm rot="10800000" flipV="1">
            <a:off x="3046813" y="4649037"/>
            <a:ext cx="438267" cy="359756"/>
          </a:xfrm>
          <a:prstGeom prst="bentConnector3">
            <a:avLst>
              <a:gd name="adj1" fmla="val -2160"/>
            </a:avLst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C20CB28-E72D-7582-7CFB-6B273CE71909}"/>
              </a:ext>
            </a:extLst>
          </p:cNvPr>
          <p:cNvSpPr/>
          <p:nvPr/>
        </p:nvSpPr>
        <p:spPr>
          <a:xfrm>
            <a:off x="596528" y="5535382"/>
            <a:ext cx="2076196" cy="50990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Robot Servo Motor Signal : base, Shoulder, Elbow, Wrist, Gripper Rotation and Opening.</a:t>
            </a:r>
            <a:endParaRPr lang="en-SG" sz="1050" b="1" dirty="0"/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EDA2BAD7-47E4-D8F1-04F8-5060F37AAE49}"/>
              </a:ext>
            </a:extLst>
          </p:cNvPr>
          <p:cNvCxnSpPr>
            <a:cxnSpLocks/>
            <a:stCxn id="51" idx="1"/>
            <a:endCxn id="30" idx="3"/>
          </p:cNvCxnSpPr>
          <p:nvPr/>
        </p:nvCxnSpPr>
        <p:spPr>
          <a:xfrm rot="10800000" flipV="1">
            <a:off x="2672725" y="5553284"/>
            <a:ext cx="600977" cy="237050"/>
          </a:xfrm>
          <a:prstGeom prst="bentConnector3">
            <a:avLst>
              <a:gd name="adj1" fmla="val 50000"/>
            </a:avLst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4661042-1D30-A38B-F7B4-EED8ADB947B9}"/>
              </a:ext>
            </a:extLst>
          </p:cNvPr>
          <p:cNvCxnSpPr>
            <a:cxnSpLocks/>
            <a:stCxn id="14" idx="3"/>
            <a:endCxn id="7" idx="1"/>
          </p:cNvCxnSpPr>
          <p:nvPr/>
        </p:nvCxnSpPr>
        <p:spPr>
          <a:xfrm>
            <a:off x="2976599" y="4434208"/>
            <a:ext cx="273004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98D84AA-DC0E-69C3-687C-76F93B29365F}"/>
              </a:ext>
            </a:extLst>
          </p:cNvPr>
          <p:cNvCxnSpPr>
            <a:cxnSpLocks/>
          </p:cNvCxnSpPr>
          <p:nvPr/>
        </p:nvCxnSpPr>
        <p:spPr>
          <a:xfrm>
            <a:off x="641673" y="4048950"/>
            <a:ext cx="0" cy="15043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A91C5588-315E-5568-E238-0D136A086A6C}"/>
              </a:ext>
            </a:extLst>
          </p:cNvPr>
          <p:cNvCxnSpPr>
            <a:endCxn id="18" idx="1"/>
          </p:cNvCxnSpPr>
          <p:nvPr/>
        </p:nvCxnSpPr>
        <p:spPr>
          <a:xfrm rot="16200000" flipH="1">
            <a:off x="398579" y="4436755"/>
            <a:ext cx="959843" cy="184232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63889CC-A358-FAC1-6A4B-E85889CBCDB4}"/>
              </a:ext>
            </a:extLst>
          </p:cNvPr>
          <p:cNvCxnSpPr>
            <a:cxnSpLocks/>
          </p:cNvCxnSpPr>
          <p:nvPr/>
        </p:nvCxnSpPr>
        <p:spPr>
          <a:xfrm>
            <a:off x="795528" y="4453640"/>
            <a:ext cx="17508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DF01892-1593-E010-93DB-9B2D018DF8B6}"/>
              </a:ext>
            </a:extLst>
          </p:cNvPr>
          <p:cNvCxnSpPr>
            <a:cxnSpLocks/>
            <a:endCxn id="64" idx="1"/>
          </p:cNvCxnSpPr>
          <p:nvPr/>
        </p:nvCxnSpPr>
        <p:spPr>
          <a:xfrm flipV="1">
            <a:off x="4901074" y="5599625"/>
            <a:ext cx="281845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31777592-7BD1-08EC-676C-E1C10D9DC061}"/>
              </a:ext>
            </a:extLst>
          </p:cNvPr>
          <p:cNvSpPr txBox="1"/>
          <p:nvPr/>
        </p:nvSpPr>
        <p:spPr>
          <a:xfrm>
            <a:off x="6686269" y="4598433"/>
            <a:ext cx="11935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Coordinate Val</a:t>
            </a:r>
            <a:endParaRPr lang="en-SG" sz="11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AF676FA-188E-C51C-077D-DDD4F2F2FFC7}"/>
              </a:ext>
            </a:extLst>
          </p:cNvPr>
          <p:cNvSpPr txBox="1"/>
          <p:nvPr/>
        </p:nvSpPr>
        <p:spPr>
          <a:xfrm>
            <a:off x="6719358" y="5236609"/>
            <a:ext cx="9304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Angle Val</a:t>
            </a:r>
            <a:endParaRPr lang="en-SG" sz="11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54E2A91-2601-04B0-DBE2-4BDEA97132D3}"/>
              </a:ext>
            </a:extLst>
          </p:cNvPr>
          <p:cNvSpPr txBox="1"/>
          <p:nvPr/>
        </p:nvSpPr>
        <p:spPr>
          <a:xfrm>
            <a:off x="6683394" y="5975343"/>
            <a:ext cx="9304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State Val</a:t>
            </a:r>
            <a:endParaRPr lang="en-SG" sz="11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A9A5921-80D8-9F59-7114-122FB50ED170}"/>
              </a:ext>
            </a:extLst>
          </p:cNvPr>
          <p:cNvSpPr txBox="1"/>
          <p:nvPr/>
        </p:nvSpPr>
        <p:spPr>
          <a:xfrm>
            <a:off x="4923133" y="5768113"/>
            <a:ext cx="12791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Servo Motor Angle </a:t>
            </a:r>
            <a:endParaRPr lang="en-SG" sz="11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330049F-ACB6-1F1C-8201-49D9E01A081D}"/>
              </a:ext>
            </a:extLst>
          </p:cNvPr>
          <p:cNvSpPr txBox="1"/>
          <p:nvPr/>
        </p:nvSpPr>
        <p:spPr>
          <a:xfrm>
            <a:off x="4752162" y="3919463"/>
            <a:ext cx="15578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Gripper Sensor State</a:t>
            </a:r>
            <a:endParaRPr lang="en-SG" sz="11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AE190EE-CEBC-5FA1-7E50-F6E86E9B46E2}"/>
              </a:ext>
            </a:extLst>
          </p:cNvPr>
          <p:cNvSpPr txBox="1"/>
          <p:nvPr/>
        </p:nvSpPr>
        <p:spPr>
          <a:xfrm>
            <a:off x="4759248" y="3358468"/>
            <a:ext cx="919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Joint Angle </a:t>
            </a:r>
            <a:endParaRPr lang="en-SG" sz="11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30BABDF-9F6F-3FA7-EC64-57F514FC3A5C}"/>
              </a:ext>
            </a:extLst>
          </p:cNvPr>
          <p:cNvSpPr txBox="1"/>
          <p:nvPr/>
        </p:nvSpPr>
        <p:spPr>
          <a:xfrm>
            <a:off x="4781035" y="2764015"/>
            <a:ext cx="13544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Cube Position </a:t>
            </a:r>
            <a:endParaRPr lang="en-SG" sz="1100" dirty="0"/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2E83DBEA-9CA6-EB29-A7EB-B88BB8CF79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5070" y="3725331"/>
            <a:ext cx="2963720" cy="165205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72AD645A-BBBD-602C-65A0-120BA5593ED5}"/>
              </a:ext>
            </a:extLst>
          </p:cNvPr>
          <p:cNvSpPr/>
          <p:nvPr/>
        </p:nvSpPr>
        <p:spPr>
          <a:xfrm>
            <a:off x="8856528" y="2909277"/>
            <a:ext cx="1252960" cy="38936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Cube Position Display Manager </a:t>
            </a:r>
            <a:endParaRPr lang="en-SG" sz="1050" b="1" dirty="0"/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E754EBAF-E46B-E84F-FB28-23C1131C59C5}"/>
              </a:ext>
            </a:extLst>
          </p:cNvPr>
          <p:cNvCxnSpPr>
            <a:cxnSpLocks/>
          </p:cNvCxnSpPr>
          <p:nvPr/>
        </p:nvCxnSpPr>
        <p:spPr>
          <a:xfrm>
            <a:off x="9352782" y="3298638"/>
            <a:ext cx="0" cy="404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4AACF2D-9890-897F-A86F-3348652CDCF8}"/>
              </a:ext>
            </a:extLst>
          </p:cNvPr>
          <p:cNvSpPr/>
          <p:nvPr/>
        </p:nvSpPr>
        <p:spPr>
          <a:xfrm>
            <a:off x="10370790" y="2169011"/>
            <a:ext cx="1352271" cy="38936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Joint Current Angle Display manager</a:t>
            </a:r>
            <a:endParaRPr lang="en-SG" sz="1050" b="1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19BF14B-BE25-4FFE-8CDF-099C612A1510}"/>
              </a:ext>
            </a:extLst>
          </p:cNvPr>
          <p:cNvSpPr/>
          <p:nvPr/>
        </p:nvSpPr>
        <p:spPr>
          <a:xfrm>
            <a:off x="10434482" y="2931151"/>
            <a:ext cx="948874" cy="38936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Motor Angle</a:t>
            </a:r>
          </a:p>
          <a:p>
            <a:r>
              <a:rPr lang="en-US" sz="1050" b="1" dirty="0"/>
              <a:t>Controller </a:t>
            </a:r>
            <a:endParaRPr lang="en-SG" sz="1050" b="1" dirty="0"/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D3ACB9B-48F8-EFB5-3D12-276EA1EC351A}"/>
              </a:ext>
            </a:extLst>
          </p:cNvPr>
          <p:cNvCxnSpPr>
            <a:cxnSpLocks/>
          </p:cNvCxnSpPr>
          <p:nvPr/>
        </p:nvCxnSpPr>
        <p:spPr>
          <a:xfrm>
            <a:off x="11576304" y="2572014"/>
            <a:ext cx="0" cy="1130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2D1A3422-E362-A532-D2D2-11C078364632}"/>
              </a:ext>
            </a:extLst>
          </p:cNvPr>
          <p:cNvCxnSpPr>
            <a:cxnSpLocks/>
          </p:cNvCxnSpPr>
          <p:nvPr/>
        </p:nvCxnSpPr>
        <p:spPr>
          <a:xfrm flipV="1">
            <a:off x="10867638" y="3335989"/>
            <a:ext cx="0" cy="389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FFD1D4F5-2D0E-F8F0-9D60-9F6E24B9B099}"/>
              </a:ext>
            </a:extLst>
          </p:cNvPr>
          <p:cNvCxnSpPr>
            <a:cxnSpLocks/>
            <a:stCxn id="132" idx="0"/>
            <a:endCxn id="173" idx="2"/>
          </p:cNvCxnSpPr>
          <p:nvPr/>
        </p:nvCxnSpPr>
        <p:spPr>
          <a:xfrm rot="16200000" flipV="1">
            <a:off x="9993576" y="2015807"/>
            <a:ext cx="359137" cy="14715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DB00403C-9F44-FD3F-29FB-D28D3999B890}"/>
              </a:ext>
            </a:extLst>
          </p:cNvPr>
          <p:cNvSpPr txBox="1"/>
          <p:nvPr/>
        </p:nvSpPr>
        <p:spPr>
          <a:xfrm>
            <a:off x="8838782" y="3406687"/>
            <a:ext cx="1745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Robot Arm Controller</a:t>
            </a:r>
            <a:endParaRPr lang="en-SG" sz="1200" b="1" dirty="0"/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4FDEF069-0F8E-9646-56D3-3597B4228F6E}"/>
              </a:ext>
            </a:extLst>
          </p:cNvPr>
          <p:cNvCxnSpPr>
            <a:cxnSpLocks/>
          </p:cNvCxnSpPr>
          <p:nvPr/>
        </p:nvCxnSpPr>
        <p:spPr>
          <a:xfrm flipV="1">
            <a:off x="10578533" y="5427421"/>
            <a:ext cx="0" cy="389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6" name="Graphic 155" descr="Construction worker male with solid fill">
            <a:extLst>
              <a:ext uri="{FF2B5EF4-FFF2-40B4-BE49-F238E27FC236}">
                <a16:creationId xmlns:a16="http://schemas.microsoft.com/office/drawing/2014/main" id="{890F1678-2E19-4A59-25FA-DBD0810BE3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94931" y="5773420"/>
            <a:ext cx="579846" cy="579846"/>
          </a:xfrm>
          <a:prstGeom prst="rect">
            <a:avLst/>
          </a:prstGeom>
        </p:spPr>
      </p:pic>
      <p:sp>
        <p:nvSpPr>
          <p:cNvPr id="160" name="TextBox 159">
            <a:extLst>
              <a:ext uri="{FF2B5EF4-FFF2-40B4-BE49-F238E27FC236}">
                <a16:creationId xmlns:a16="http://schemas.microsoft.com/office/drawing/2014/main" id="{44D08AD0-C2F5-2555-571D-1D972CCD7D48}"/>
              </a:ext>
            </a:extLst>
          </p:cNvPr>
          <p:cNvSpPr txBox="1"/>
          <p:nvPr/>
        </p:nvSpPr>
        <p:spPr>
          <a:xfrm>
            <a:off x="10795526" y="5747488"/>
            <a:ext cx="1104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Robot Arm User Manual Control</a:t>
            </a:r>
            <a:endParaRPr lang="en-SG" sz="1200" b="1" dirty="0"/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29E73E5D-58DF-7515-BF3C-8D84DDD2F5C9}"/>
              </a:ext>
            </a:extLst>
          </p:cNvPr>
          <p:cNvCxnSpPr>
            <a:cxnSpLocks/>
          </p:cNvCxnSpPr>
          <p:nvPr/>
        </p:nvCxnSpPr>
        <p:spPr>
          <a:xfrm flipV="1">
            <a:off x="9021005" y="5427421"/>
            <a:ext cx="0" cy="389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5" name="Picture 164">
            <a:extLst>
              <a:ext uri="{FF2B5EF4-FFF2-40B4-BE49-F238E27FC236}">
                <a16:creationId xmlns:a16="http://schemas.microsoft.com/office/drawing/2014/main" id="{9A08C303-5220-9A10-01FA-D74A8379F3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6773" y="5790333"/>
            <a:ext cx="440722" cy="539443"/>
          </a:xfrm>
          <a:prstGeom prst="rect">
            <a:avLst/>
          </a:prstGeom>
        </p:spPr>
      </p:pic>
      <p:sp>
        <p:nvSpPr>
          <p:cNvPr id="169" name="TextBox 168">
            <a:extLst>
              <a:ext uri="{FF2B5EF4-FFF2-40B4-BE49-F238E27FC236}">
                <a16:creationId xmlns:a16="http://schemas.microsoft.com/office/drawing/2014/main" id="{8E4ED56C-3EB8-3503-9F7C-8174CF992477}"/>
              </a:ext>
            </a:extLst>
          </p:cNvPr>
          <p:cNvSpPr txBox="1"/>
          <p:nvPr/>
        </p:nvSpPr>
        <p:spPr>
          <a:xfrm>
            <a:off x="9183410" y="5747488"/>
            <a:ext cx="1284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Pre-load Auto Control Action config file </a:t>
            </a:r>
            <a:endParaRPr lang="en-SG" sz="1200" b="1" dirty="0"/>
          </a:p>
        </p:txBody>
      </p:sp>
    </p:spTree>
    <p:extLst>
      <p:ext uri="{BB962C8B-B14F-4D97-AF65-F5344CB8AC3E}">
        <p14:creationId xmlns:p14="http://schemas.microsoft.com/office/powerpoint/2010/main" val="1314084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99570E-6814-D85B-C8BD-0B3FAA163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260" y="292978"/>
            <a:ext cx="7223160" cy="62720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51F5CF-5467-2242-C9A4-076A6E026325}"/>
              </a:ext>
            </a:extLst>
          </p:cNvPr>
          <p:cNvSpPr txBox="1"/>
          <p:nvPr/>
        </p:nvSpPr>
        <p:spPr>
          <a:xfrm>
            <a:off x="1204260" y="710292"/>
            <a:ext cx="1284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OpenGL Robot Arm Canvas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106771-CB49-250E-7445-900BE58ADC98}"/>
              </a:ext>
            </a:extLst>
          </p:cNvPr>
          <p:cNvCxnSpPr>
            <a:cxnSpLocks/>
          </p:cNvCxnSpPr>
          <p:nvPr/>
        </p:nvCxnSpPr>
        <p:spPr>
          <a:xfrm flipH="1">
            <a:off x="8427420" y="710292"/>
            <a:ext cx="54804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F99DA8B-AA34-37AD-6D4E-B354CD4002FE}"/>
              </a:ext>
            </a:extLst>
          </p:cNvPr>
          <p:cNvSpPr txBox="1"/>
          <p:nvPr/>
        </p:nvSpPr>
        <p:spPr>
          <a:xfrm>
            <a:off x="8975467" y="546477"/>
            <a:ext cx="17047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Local Control Panel</a:t>
            </a:r>
            <a:endParaRPr lang="en-SG" sz="1200" b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3FB65B0-D7D7-85A9-E55A-5EC7F603C000}"/>
              </a:ext>
            </a:extLst>
          </p:cNvPr>
          <p:cNvCxnSpPr>
            <a:cxnSpLocks/>
          </p:cNvCxnSpPr>
          <p:nvPr/>
        </p:nvCxnSpPr>
        <p:spPr>
          <a:xfrm flipV="1">
            <a:off x="5495088" y="4044977"/>
            <a:ext cx="0" cy="514987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6D50DA8-6377-1EB3-4A07-191ABE82EF4F}"/>
              </a:ext>
            </a:extLst>
          </p:cNvPr>
          <p:cNvSpPr txBox="1"/>
          <p:nvPr/>
        </p:nvSpPr>
        <p:spPr>
          <a:xfrm>
            <a:off x="4815840" y="4621970"/>
            <a:ext cx="1284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Cube Object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AA2FDBF-4896-9054-C049-43F9D4EAE85A}"/>
              </a:ext>
            </a:extLst>
          </p:cNvPr>
          <p:cNvCxnSpPr/>
          <p:nvPr/>
        </p:nvCxnSpPr>
        <p:spPr>
          <a:xfrm>
            <a:off x="4142232" y="3529584"/>
            <a:ext cx="1075051" cy="9144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276FF5DB-4E95-A955-B7BA-A32EA0331EB3}"/>
              </a:ext>
            </a:extLst>
          </p:cNvPr>
          <p:cNvCxnSpPr/>
          <p:nvPr/>
        </p:nvCxnSpPr>
        <p:spPr>
          <a:xfrm rot="5400000">
            <a:off x="4610639" y="3690143"/>
            <a:ext cx="274320" cy="136083"/>
          </a:xfrm>
          <a:prstGeom prst="curvedConnector3">
            <a:avLst>
              <a:gd name="adj1" fmla="val 80000"/>
            </a:avLst>
          </a:prstGeom>
          <a:ln>
            <a:solidFill>
              <a:schemeClr val="bg1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870F757-9159-A731-33AB-5CE8DAA0A2D3}"/>
              </a:ext>
            </a:extLst>
          </p:cNvPr>
          <p:cNvSpPr txBox="1"/>
          <p:nvPr/>
        </p:nvSpPr>
        <p:spPr>
          <a:xfrm>
            <a:off x="1204260" y="3913633"/>
            <a:ext cx="1069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Max range robot arm can reach </a:t>
            </a:r>
            <a:endParaRPr lang="en-SG" sz="1200" b="1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D17F86-0699-89D1-AE48-33E3ADA9F7EF}"/>
              </a:ext>
            </a:extLst>
          </p:cNvPr>
          <p:cNvSpPr txBox="1"/>
          <p:nvPr/>
        </p:nvSpPr>
        <p:spPr>
          <a:xfrm>
            <a:off x="2249256" y="4821390"/>
            <a:ext cx="2078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Axis-0: Base Rotation Angle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EE04049-1B48-DC4E-E25C-618B4F480C68}"/>
              </a:ext>
            </a:extLst>
          </p:cNvPr>
          <p:cNvCxnSpPr>
            <a:cxnSpLocks/>
          </p:cNvCxnSpPr>
          <p:nvPr/>
        </p:nvCxnSpPr>
        <p:spPr>
          <a:xfrm flipV="1">
            <a:off x="4142232" y="2532888"/>
            <a:ext cx="438912" cy="322110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3DABAB1-0B45-F6A2-C3F1-090DF910DBE9}"/>
              </a:ext>
            </a:extLst>
          </p:cNvPr>
          <p:cNvCxnSpPr>
            <a:cxnSpLocks/>
          </p:cNvCxnSpPr>
          <p:nvPr/>
        </p:nvCxnSpPr>
        <p:spPr>
          <a:xfrm flipV="1">
            <a:off x="3035808" y="2653830"/>
            <a:ext cx="1280160" cy="0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57EB660F-6E2D-3137-ED96-5EF5A333BE96}"/>
              </a:ext>
            </a:extLst>
          </p:cNvPr>
          <p:cNvSpPr txBox="1"/>
          <p:nvPr/>
        </p:nvSpPr>
        <p:spPr>
          <a:xfrm>
            <a:off x="1739180" y="2473545"/>
            <a:ext cx="1665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Axis-1: Shoulder Rotation Angle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3748DCC-15C4-113E-B1A6-CFA168295D04}"/>
              </a:ext>
            </a:extLst>
          </p:cNvPr>
          <p:cNvCxnSpPr>
            <a:cxnSpLocks/>
          </p:cNvCxnSpPr>
          <p:nvPr/>
        </p:nvCxnSpPr>
        <p:spPr>
          <a:xfrm>
            <a:off x="2026912" y="4236798"/>
            <a:ext cx="615704" cy="0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0AE0D97-F1BD-3C49-C9AD-E8B33CB5711C}"/>
              </a:ext>
            </a:extLst>
          </p:cNvPr>
          <p:cNvCxnSpPr>
            <a:cxnSpLocks/>
          </p:cNvCxnSpPr>
          <p:nvPr/>
        </p:nvCxnSpPr>
        <p:spPr>
          <a:xfrm>
            <a:off x="5050538" y="2465039"/>
            <a:ext cx="271270" cy="186632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6FA8271-0236-E794-0A53-27AFFAB42B7D}"/>
              </a:ext>
            </a:extLst>
          </p:cNvPr>
          <p:cNvCxnSpPr>
            <a:cxnSpLocks/>
          </p:cNvCxnSpPr>
          <p:nvPr/>
        </p:nvCxnSpPr>
        <p:spPr>
          <a:xfrm flipH="1">
            <a:off x="4815840" y="2465039"/>
            <a:ext cx="234698" cy="186632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7E642145-46BF-A862-8674-266BE8326E44}"/>
              </a:ext>
            </a:extLst>
          </p:cNvPr>
          <p:cNvSpPr txBox="1"/>
          <p:nvPr/>
        </p:nvSpPr>
        <p:spPr>
          <a:xfrm>
            <a:off x="1810060" y="1417505"/>
            <a:ext cx="1284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Axis-2: Elbow Rotation Angle 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2EFBC6BA-6F41-F718-BD49-98FFE744CFE5}"/>
              </a:ext>
            </a:extLst>
          </p:cNvPr>
          <p:cNvCxnSpPr>
            <a:cxnSpLocks/>
          </p:cNvCxnSpPr>
          <p:nvPr/>
        </p:nvCxnSpPr>
        <p:spPr>
          <a:xfrm>
            <a:off x="3035808" y="1648337"/>
            <a:ext cx="2014730" cy="824683"/>
          </a:xfrm>
          <a:prstGeom prst="bentConnector3">
            <a:avLst>
              <a:gd name="adj1" fmla="val 99924"/>
            </a:avLst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795BFA1A-8185-FA7E-241E-FAFC7D31E7F4}"/>
              </a:ext>
            </a:extLst>
          </p:cNvPr>
          <p:cNvCxnSpPr>
            <a:cxnSpLocks/>
          </p:cNvCxnSpPr>
          <p:nvPr/>
        </p:nvCxnSpPr>
        <p:spPr>
          <a:xfrm flipV="1">
            <a:off x="2916936" y="3758184"/>
            <a:ext cx="1821031" cy="1059658"/>
          </a:xfrm>
          <a:prstGeom prst="bentConnector3">
            <a:avLst>
              <a:gd name="adj1" fmla="val 1293"/>
            </a:avLst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4B2709C-5BC2-5E0F-19A5-071DF0753C68}"/>
              </a:ext>
            </a:extLst>
          </p:cNvPr>
          <p:cNvCxnSpPr>
            <a:cxnSpLocks/>
          </p:cNvCxnSpPr>
          <p:nvPr/>
        </p:nvCxnSpPr>
        <p:spPr>
          <a:xfrm flipV="1">
            <a:off x="5662872" y="2773555"/>
            <a:ext cx="207576" cy="131976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6DC5B24-E669-8D6A-AC8F-4C56D5275903}"/>
              </a:ext>
            </a:extLst>
          </p:cNvPr>
          <p:cNvCxnSpPr>
            <a:cxnSpLocks/>
          </p:cNvCxnSpPr>
          <p:nvPr/>
        </p:nvCxnSpPr>
        <p:spPr>
          <a:xfrm flipH="1" flipV="1">
            <a:off x="5321808" y="2854998"/>
            <a:ext cx="341064" cy="50533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7C8B39CB-27D3-C53B-372E-1477DA4E9F72}"/>
              </a:ext>
            </a:extLst>
          </p:cNvPr>
          <p:cNvSpPr txBox="1"/>
          <p:nvPr/>
        </p:nvSpPr>
        <p:spPr>
          <a:xfrm>
            <a:off x="4246733" y="1076975"/>
            <a:ext cx="2254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Axis-3: Wrist Rotation Angle 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EE8F0D49-9C28-B47B-8114-8395CBBD6721}"/>
              </a:ext>
            </a:extLst>
          </p:cNvPr>
          <p:cNvCxnSpPr>
            <a:cxnSpLocks/>
          </p:cNvCxnSpPr>
          <p:nvPr/>
        </p:nvCxnSpPr>
        <p:spPr>
          <a:xfrm flipH="1">
            <a:off x="6263640" y="2156539"/>
            <a:ext cx="5559" cy="376349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44153339-3167-A110-5119-F106F01B0E98}"/>
              </a:ext>
            </a:extLst>
          </p:cNvPr>
          <p:cNvSpPr txBox="1"/>
          <p:nvPr/>
        </p:nvSpPr>
        <p:spPr>
          <a:xfrm>
            <a:off x="5719415" y="1694874"/>
            <a:ext cx="1273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Axis-4: Gripper Rotation Angle 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56AE5A49-BB0E-7DD6-D1BD-4ADA0613BC5E}"/>
              </a:ext>
            </a:extLst>
          </p:cNvPr>
          <p:cNvCxnSpPr>
            <a:cxnSpLocks/>
          </p:cNvCxnSpPr>
          <p:nvPr/>
        </p:nvCxnSpPr>
        <p:spPr>
          <a:xfrm flipH="1">
            <a:off x="5627763" y="1324318"/>
            <a:ext cx="3196" cy="1485569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Arrow: Curved Left 108">
            <a:extLst>
              <a:ext uri="{FF2B5EF4-FFF2-40B4-BE49-F238E27FC236}">
                <a16:creationId xmlns:a16="http://schemas.microsoft.com/office/drawing/2014/main" id="{460C7030-A94B-A07D-9EDD-AB873C97B882}"/>
              </a:ext>
            </a:extLst>
          </p:cNvPr>
          <p:cNvSpPr/>
          <p:nvPr/>
        </p:nvSpPr>
        <p:spPr>
          <a:xfrm>
            <a:off x="6211380" y="2608726"/>
            <a:ext cx="321266" cy="402322"/>
          </a:xfrm>
          <a:prstGeom prst="curvedLef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D0F274D0-50BA-FCF5-F4CC-5A56DED35B16}"/>
              </a:ext>
            </a:extLst>
          </p:cNvPr>
          <p:cNvCxnSpPr>
            <a:cxnSpLocks/>
          </p:cNvCxnSpPr>
          <p:nvPr/>
        </p:nvCxnSpPr>
        <p:spPr>
          <a:xfrm flipV="1">
            <a:off x="5989320" y="3070413"/>
            <a:ext cx="0" cy="2215556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7516C641-E72B-B683-9772-6C704516ED92}"/>
              </a:ext>
            </a:extLst>
          </p:cNvPr>
          <p:cNvSpPr txBox="1"/>
          <p:nvPr/>
        </p:nvSpPr>
        <p:spPr>
          <a:xfrm>
            <a:off x="5098815" y="5550929"/>
            <a:ext cx="1273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Axis-5: Gripper Opening Angle 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DBACA0D-BBC5-6B1A-57CF-B4964856E44A}"/>
              </a:ext>
            </a:extLst>
          </p:cNvPr>
          <p:cNvCxnSpPr>
            <a:cxnSpLocks/>
          </p:cNvCxnSpPr>
          <p:nvPr/>
        </p:nvCxnSpPr>
        <p:spPr>
          <a:xfrm flipH="1">
            <a:off x="8119272" y="1076975"/>
            <a:ext cx="85619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98F5AF89-D1E1-5681-56CF-538394D3A330}"/>
              </a:ext>
            </a:extLst>
          </p:cNvPr>
          <p:cNvSpPr txBox="1"/>
          <p:nvPr/>
        </p:nvSpPr>
        <p:spPr>
          <a:xfrm>
            <a:off x="9009105" y="865348"/>
            <a:ext cx="2383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Local Control Enable/Disable Checkbox</a:t>
            </a:r>
            <a:endParaRPr lang="en-SG" sz="1200" b="1" dirty="0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FDC49AD-2ADF-E641-8398-0658B59D5023}"/>
              </a:ext>
            </a:extLst>
          </p:cNvPr>
          <p:cNvCxnSpPr>
            <a:cxnSpLocks/>
          </p:cNvCxnSpPr>
          <p:nvPr/>
        </p:nvCxnSpPr>
        <p:spPr>
          <a:xfrm flipH="1">
            <a:off x="8351220" y="1521060"/>
            <a:ext cx="54804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F1C08387-2E8D-7102-FF6C-7DBFD18759FE}"/>
              </a:ext>
            </a:extLst>
          </p:cNvPr>
          <p:cNvSpPr txBox="1"/>
          <p:nvPr/>
        </p:nvSpPr>
        <p:spPr>
          <a:xfrm>
            <a:off x="8975467" y="1369808"/>
            <a:ext cx="2383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Base Servo Motor Control Slider</a:t>
            </a:r>
            <a:endParaRPr lang="en-SG" sz="1200" b="1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B9CCB07-6508-84DB-E5AC-4FAF9F349A6A}"/>
              </a:ext>
            </a:extLst>
          </p:cNvPr>
          <p:cNvSpPr txBox="1"/>
          <p:nvPr/>
        </p:nvSpPr>
        <p:spPr>
          <a:xfrm>
            <a:off x="1304091" y="5980930"/>
            <a:ext cx="1890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Cube Grond Sensor Grid 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F70AAC8A-C2F1-2BA9-8826-230808BBDF19}"/>
              </a:ext>
            </a:extLst>
          </p:cNvPr>
          <p:cNvCxnSpPr>
            <a:cxnSpLocks/>
          </p:cNvCxnSpPr>
          <p:nvPr/>
        </p:nvCxnSpPr>
        <p:spPr>
          <a:xfrm flipH="1">
            <a:off x="8351219" y="1925706"/>
            <a:ext cx="54804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2340A837-9DCA-5871-02FD-CA8B6462C4CE}"/>
              </a:ext>
            </a:extLst>
          </p:cNvPr>
          <p:cNvSpPr txBox="1"/>
          <p:nvPr/>
        </p:nvSpPr>
        <p:spPr>
          <a:xfrm>
            <a:off x="8975466" y="1773914"/>
            <a:ext cx="2600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Should Servo Motor Control Slider</a:t>
            </a:r>
            <a:endParaRPr lang="en-SG" sz="1200" b="1" dirty="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7BB2DCB2-B2B0-889E-C0CA-62B31696954A}"/>
              </a:ext>
            </a:extLst>
          </p:cNvPr>
          <p:cNvCxnSpPr>
            <a:cxnSpLocks/>
          </p:cNvCxnSpPr>
          <p:nvPr/>
        </p:nvCxnSpPr>
        <p:spPr>
          <a:xfrm flipH="1">
            <a:off x="8351219" y="2465039"/>
            <a:ext cx="54804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8CF562B7-10C7-7A2E-52F6-379943CAAAA1}"/>
              </a:ext>
            </a:extLst>
          </p:cNvPr>
          <p:cNvSpPr txBox="1"/>
          <p:nvPr/>
        </p:nvSpPr>
        <p:spPr>
          <a:xfrm>
            <a:off x="8971645" y="2349211"/>
            <a:ext cx="2600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Elbow Servo Motor Control Slider</a:t>
            </a:r>
            <a:endParaRPr lang="en-SG" sz="1200" b="1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B85A20D0-E226-022B-D218-72485F93A9F7}"/>
              </a:ext>
            </a:extLst>
          </p:cNvPr>
          <p:cNvCxnSpPr>
            <a:cxnSpLocks/>
          </p:cNvCxnSpPr>
          <p:nvPr/>
        </p:nvCxnSpPr>
        <p:spPr>
          <a:xfrm flipH="1">
            <a:off x="8351219" y="2905531"/>
            <a:ext cx="54804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D6D543E-112C-42AC-22C5-E95FC2E0B428}"/>
              </a:ext>
            </a:extLst>
          </p:cNvPr>
          <p:cNvSpPr txBox="1"/>
          <p:nvPr/>
        </p:nvSpPr>
        <p:spPr>
          <a:xfrm>
            <a:off x="8971645" y="2767031"/>
            <a:ext cx="2600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Wrist Servo Motor Control Slider</a:t>
            </a:r>
            <a:endParaRPr lang="en-SG" sz="1200" b="1" dirty="0"/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6C9C31C-5910-32B5-A28B-3C21F1D2A21A}"/>
              </a:ext>
            </a:extLst>
          </p:cNvPr>
          <p:cNvCxnSpPr>
            <a:cxnSpLocks/>
          </p:cNvCxnSpPr>
          <p:nvPr/>
        </p:nvCxnSpPr>
        <p:spPr>
          <a:xfrm flipH="1">
            <a:off x="8351218" y="3387115"/>
            <a:ext cx="54804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B978AF0C-7274-A588-98CC-81EC9A1A0248}"/>
              </a:ext>
            </a:extLst>
          </p:cNvPr>
          <p:cNvSpPr txBox="1"/>
          <p:nvPr/>
        </p:nvSpPr>
        <p:spPr>
          <a:xfrm>
            <a:off x="8971645" y="3248615"/>
            <a:ext cx="2600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Gripper Rotation Servo Motor Control Slider</a:t>
            </a:r>
            <a:endParaRPr lang="en-SG" sz="1200" b="1" dirty="0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D67A70B-6BEC-B641-CEEB-362270870824}"/>
              </a:ext>
            </a:extLst>
          </p:cNvPr>
          <p:cNvCxnSpPr>
            <a:cxnSpLocks/>
          </p:cNvCxnSpPr>
          <p:nvPr/>
        </p:nvCxnSpPr>
        <p:spPr>
          <a:xfrm flipH="1">
            <a:off x="8345899" y="3895345"/>
            <a:ext cx="54804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A033617B-0D4E-2D60-39C5-CAB63F56F767}"/>
              </a:ext>
            </a:extLst>
          </p:cNvPr>
          <p:cNvSpPr txBox="1"/>
          <p:nvPr/>
        </p:nvSpPr>
        <p:spPr>
          <a:xfrm>
            <a:off x="8964945" y="3710280"/>
            <a:ext cx="2600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Gripper Opening Servo Motor Control Slider</a:t>
            </a:r>
            <a:endParaRPr lang="en-SG" sz="1200" b="1" dirty="0"/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F361111-058C-EACC-D6E5-1794B27353A8}"/>
              </a:ext>
            </a:extLst>
          </p:cNvPr>
          <p:cNvCxnSpPr>
            <a:cxnSpLocks/>
          </p:cNvCxnSpPr>
          <p:nvPr/>
        </p:nvCxnSpPr>
        <p:spPr>
          <a:xfrm flipH="1">
            <a:off x="8345899" y="4302470"/>
            <a:ext cx="54804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8324B2F8-EA5E-AD90-4815-9D38184A3966}"/>
              </a:ext>
            </a:extLst>
          </p:cNvPr>
          <p:cNvSpPr txBox="1"/>
          <p:nvPr/>
        </p:nvSpPr>
        <p:spPr>
          <a:xfrm>
            <a:off x="8964944" y="4206545"/>
            <a:ext cx="2600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Cube Grab and Release  Control Button</a:t>
            </a:r>
            <a:endParaRPr lang="en-SG" sz="1200" b="1" dirty="0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583A9FC1-E184-DFD2-DDA5-459B5B40FF95}"/>
              </a:ext>
            </a:extLst>
          </p:cNvPr>
          <p:cNvCxnSpPr>
            <a:cxnSpLocks/>
          </p:cNvCxnSpPr>
          <p:nvPr/>
        </p:nvCxnSpPr>
        <p:spPr>
          <a:xfrm flipH="1" flipV="1">
            <a:off x="7999322" y="4943343"/>
            <a:ext cx="89462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BE19CF7A-4EFB-D04A-33C5-807C7438C2D0}"/>
              </a:ext>
            </a:extLst>
          </p:cNvPr>
          <p:cNvSpPr txBox="1"/>
          <p:nvPr/>
        </p:nvSpPr>
        <p:spPr>
          <a:xfrm>
            <a:off x="9002154" y="4807088"/>
            <a:ext cx="2600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Calculated Gripper Position Coordinate </a:t>
            </a:r>
            <a:endParaRPr lang="en-SG" sz="1200" b="1" dirty="0"/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EBA1201B-B2AB-3624-58BB-4EF2324218FE}"/>
              </a:ext>
            </a:extLst>
          </p:cNvPr>
          <p:cNvCxnSpPr>
            <a:cxnSpLocks/>
          </p:cNvCxnSpPr>
          <p:nvPr/>
        </p:nvCxnSpPr>
        <p:spPr>
          <a:xfrm flipH="1" flipV="1">
            <a:off x="8070320" y="5544320"/>
            <a:ext cx="89462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AE577A70-79DF-08FA-A3C2-B7AA4D8EA721}"/>
              </a:ext>
            </a:extLst>
          </p:cNvPr>
          <p:cNvSpPr txBox="1"/>
          <p:nvPr/>
        </p:nvSpPr>
        <p:spPr>
          <a:xfrm>
            <a:off x="9009105" y="5412429"/>
            <a:ext cx="2600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Cube Position Coordinate Display</a:t>
            </a:r>
            <a:endParaRPr lang="en-SG" sz="1200" b="1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9DB897F-CD62-7594-399E-F5C0B0F0E8BB}"/>
              </a:ext>
            </a:extLst>
          </p:cNvPr>
          <p:cNvCxnSpPr>
            <a:cxnSpLocks/>
          </p:cNvCxnSpPr>
          <p:nvPr/>
        </p:nvCxnSpPr>
        <p:spPr>
          <a:xfrm flipH="1">
            <a:off x="7600328" y="5861312"/>
            <a:ext cx="1401826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20F66EE1-9D77-8672-6EB9-3609BBA7AA3D}"/>
              </a:ext>
            </a:extLst>
          </p:cNvPr>
          <p:cNvSpPr txBox="1"/>
          <p:nvPr/>
        </p:nvSpPr>
        <p:spPr>
          <a:xfrm>
            <a:off x="9031396" y="5750244"/>
            <a:ext cx="2600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Current Operational State</a:t>
            </a:r>
            <a:endParaRPr lang="en-SG" sz="1200" b="1" dirty="0"/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542A7154-F04C-B6E7-2472-7C13E7B14390}"/>
              </a:ext>
            </a:extLst>
          </p:cNvPr>
          <p:cNvCxnSpPr>
            <a:cxnSpLocks/>
          </p:cNvCxnSpPr>
          <p:nvPr/>
        </p:nvCxnSpPr>
        <p:spPr>
          <a:xfrm flipH="1">
            <a:off x="8345899" y="6146861"/>
            <a:ext cx="65625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9708D50F-9902-A09C-D3CC-8EA3D256FD14}"/>
              </a:ext>
            </a:extLst>
          </p:cNvPr>
          <p:cNvSpPr txBox="1"/>
          <p:nvPr/>
        </p:nvSpPr>
        <p:spPr>
          <a:xfrm>
            <a:off x="9031396" y="6048964"/>
            <a:ext cx="17047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Reset Button</a:t>
            </a:r>
            <a:endParaRPr lang="en-SG" sz="1200" b="1" dirty="0"/>
          </a:p>
        </p:txBody>
      </p:sp>
      <p:sp>
        <p:nvSpPr>
          <p:cNvPr id="145" name="Arrow: Curved Left 144">
            <a:extLst>
              <a:ext uri="{FF2B5EF4-FFF2-40B4-BE49-F238E27FC236}">
                <a16:creationId xmlns:a16="http://schemas.microsoft.com/office/drawing/2014/main" id="{E80F4CCD-8BF3-BBA7-6F21-A76741349EA8}"/>
              </a:ext>
            </a:extLst>
          </p:cNvPr>
          <p:cNvSpPr/>
          <p:nvPr/>
        </p:nvSpPr>
        <p:spPr>
          <a:xfrm>
            <a:off x="4246733" y="3009418"/>
            <a:ext cx="321266" cy="402322"/>
          </a:xfrm>
          <a:prstGeom prst="curvedLeftArrow">
            <a:avLst>
              <a:gd name="adj1" fmla="val 25000"/>
              <a:gd name="adj2" fmla="val 61476"/>
              <a:gd name="adj3" fmla="val 25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63DC6623-13D9-6656-308A-24C456F70B4E}"/>
              </a:ext>
            </a:extLst>
          </p:cNvPr>
          <p:cNvCxnSpPr>
            <a:cxnSpLocks/>
          </p:cNvCxnSpPr>
          <p:nvPr/>
        </p:nvCxnSpPr>
        <p:spPr>
          <a:xfrm>
            <a:off x="3331140" y="3210579"/>
            <a:ext cx="627888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18D8C705-F9E6-0459-1C21-2544ACBC3AE6}"/>
              </a:ext>
            </a:extLst>
          </p:cNvPr>
          <p:cNvSpPr txBox="1"/>
          <p:nvPr/>
        </p:nvSpPr>
        <p:spPr>
          <a:xfrm>
            <a:off x="2780992" y="3075084"/>
            <a:ext cx="623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Link-0</a:t>
            </a:r>
            <a:endParaRPr lang="en-SG" sz="1200" b="1" dirty="0">
              <a:solidFill>
                <a:srgbClr val="FF0000"/>
              </a:solidFill>
            </a:endParaRP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E9BB800D-6292-F8B7-1C7A-0BBF89C1A221}"/>
              </a:ext>
            </a:extLst>
          </p:cNvPr>
          <p:cNvCxnSpPr>
            <a:cxnSpLocks/>
          </p:cNvCxnSpPr>
          <p:nvPr/>
        </p:nvCxnSpPr>
        <p:spPr>
          <a:xfrm>
            <a:off x="4540567" y="2156539"/>
            <a:ext cx="0" cy="298298"/>
          </a:xfrm>
          <a:prstGeom prst="straightConnector1">
            <a:avLst/>
          </a:prstGeom>
          <a:ln>
            <a:solidFill>
              <a:srgbClr val="00FF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327A0CDA-6B79-4028-5D6C-272CFEC84516}"/>
              </a:ext>
            </a:extLst>
          </p:cNvPr>
          <p:cNvSpPr txBox="1"/>
          <p:nvPr/>
        </p:nvSpPr>
        <p:spPr>
          <a:xfrm>
            <a:off x="4251223" y="1912413"/>
            <a:ext cx="623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FF00"/>
                </a:solidFill>
              </a:rPr>
              <a:t>Link-1</a:t>
            </a:r>
            <a:endParaRPr lang="en-SG" sz="1200" b="1" dirty="0">
              <a:solidFill>
                <a:srgbClr val="00FF00"/>
              </a:solidFill>
            </a:endParaRP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C4638F15-B5D7-5A36-AD42-18DBD0260106}"/>
              </a:ext>
            </a:extLst>
          </p:cNvPr>
          <p:cNvCxnSpPr>
            <a:cxnSpLocks/>
          </p:cNvCxnSpPr>
          <p:nvPr/>
        </p:nvCxnSpPr>
        <p:spPr>
          <a:xfrm flipV="1">
            <a:off x="5235571" y="2839543"/>
            <a:ext cx="0" cy="36042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5C3661D0-795B-EDCD-9411-4F4749B5498F}"/>
              </a:ext>
            </a:extLst>
          </p:cNvPr>
          <p:cNvSpPr txBox="1"/>
          <p:nvPr/>
        </p:nvSpPr>
        <p:spPr>
          <a:xfrm>
            <a:off x="5090561" y="3188126"/>
            <a:ext cx="623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Link-2</a:t>
            </a:r>
            <a:endParaRPr lang="en-SG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6F846574-C17B-EA35-0FCD-F9B1A05A87D9}"/>
              </a:ext>
            </a:extLst>
          </p:cNvPr>
          <p:cNvCxnSpPr>
            <a:cxnSpLocks/>
          </p:cNvCxnSpPr>
          <p:nvPr/>
        </p:nvCxnSpPr>
        <p:spPr>
          <a:xfrm flipH="1" flipV="1">
            <a:off x="6168369" y="2900937"/>
            <a:ext cx="8134" cy="510480"/>
          </a:xfrm>
          <a:prstGeom prst="straightConnector1">
            <a:avLst/>
          </a:prstGeom>
          <a:ln>
            <a:solidFill>
              <a:srgbClr val="FFFF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30301E21-C179-989F-890E-CF80F4758C99}"/>
              </a:ext>
            </a:extLst>
          </p:cNvPr>
          <p:cNvSpPr txBox="1"/>
          <p:nvPr/>
        </p:nvSpPr>
        <p:spPr>
          <a:xfrm>
            <a:off x="6019170" y="3386009"/>
            <a:ext cx="623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FF00"/>
                </a:solidFill>
              </a:rPr>
              <a:t>Link-3</a:t>
            </a:r>
            <a:endParaRPr lang="en-SG" sz="1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820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12403-1009-4729-3283-1895ED80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E5EC51-0CB6-69DA-EBB1-39E6C8DD7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260" y="292978"/>
            <a:ext cx="7223160" cy="62720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1171F8-482E-C1E0-C49E-ABD0BB769246}"/>
              </a:ext>
            </a:extLst>
          </p:cNvPr>
          <p:cNvSpPr txBox="1"/>
          <p:nvPr/>
        </p:nvSpPr>
        <p:spPr>
          <a:xfrm>
            <a:off x="1204260" y="710292"/>
            <a:ext cx="1284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OpenGL Robot Arm Canvas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F944D7E-E2A6-4B99-F8DF-8A26E14DEA3D}"/>
              </a:ext>
            </a:extLst>
          </p:cNvPr>
          <p:cNvCxnSpPr>
            <a:cxnSpLocks/>
          </p:cNvCxnSpPr>
          <p:nvPr/>
        </p:nvCxnSpPr>
        <p:spPr>
          <a:xfrm flipV="1">
            <a:off x="5495088" y="4044977"/>
            <a:ext cx="0" cy="514987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2FF899F-E332-E899-4C41-C25340EE4185}"/>
              </a:ext>
            </a:extLst>
          </p:cNvPr>
          <p:cNvSpPr txBox="1"/>
          <p:nvPr/>
        </p:nvSpPr>
        <p:spPr>
          <a:xfrm>
            <a:off x="4815840" y="4621970"/>
            <a:ext cx="1284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Cube Object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F578D60-5F56-A9B9-9FD4-E139878EA7F9}"/>
              </a:ext>
            </a:extLst>
          </p:cNvPr>
          <p:cNvCxnSpPr/>
          <p:nvPr/>
        </p:nvCxnSpPr>
        <p:spPr>
          <a:xfrm>
            <a:off x="4142232" y="3529584"/>
            <a:ext cx="1075051" cy="9144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00141E17-22D8-F590-DBF7-2BBE6CE6C2A9}"/>
              </a:ext>
            </a:extLst>
          </p:cNvPr>
          <p:cNvCxnSpPr/>
          <p:nvPr/>
        </p:nvCxnSpPr>
        <p:spPr>
          <a:xfrm rot="5400000">
            <a:off x="4610639" y="3690143"/>
            <a:ext cx="274320" cy="136083"/>
          </a:xfrm>
          <a:prstGeom prst="curvedConnector3">
            <a:avLst>
              <a:gd name="adj1" fmla="val 80000"/>
            </a:avLst>
          </a:prstGeom>
          <a:ln>
            <a:solidFill>
              <a:schemeClr val="bg1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29BC53D-0B01-5878-7C27-03622CC0313A}"/>
              </a:ext>
            </a:extLst>
          </p:cNvPr>
          <p:cNvSpPr txBox="1"/>
          <p:nvPr/>
        </p:nvSpPr>
        <p:spPr>
          <a:xfrm>
            <a:off x="1204260" y="3913633"/>
            <a:ext cx="1069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Max range robot arm can reach </a:t>
            </a:r>
            <a:endParaRPr lang="en-SG" sz="1200" b="1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4735A9-39F7-6458-64CC-F48F7F62FF08}"/>
              </a:ext>
            </a:extLst>
          </p:cNvPr>
          <p:cNvSpPr txBox="1"/>
          <p:nvPr/>
        </p:nvSpPr>
        <p:spPr>
          <a:xfrm>
            <a:off x="2249256" y="4821390"/>
            <a:ext cx="2078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Axis-0: Base Rotation Angle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68197D9-0EED-C951-286D-6E4985BBBB45}"/>
              </a:ext>
            </a:extLst>
          </p:cNvPr>
          <p:cNvCxnSpPr>
            <a:cxnSpLocks/>
          </p:cNvCxnSpPr>
          <p:nvPr/>
        </p:nvCxnSpPr>
        <p:spPr>
          <a:xfrm flipV="1">
            <a:off x="4142232" y="2532888"/>
            <a:ext cx="438912" cy="322110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552208E-5563-0027-53E0-E0F8823A1C0E}"/>
              </a:ext>
            </a:extLst>
          </p:cNvPr>
          <p:cNvCxnSpPr>
            <a:cxnSpLocks/>
          </p:cNvCxnSpPr>
          <p:nvPr/>
        </p:nvCxnSpPr>
        <p:spPr>
          <a:xfrm flipV="1">
            <a:off x="3035808" y="2653830"/>
            <a:ext cx="1280160" cy="0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B8B2379-8638-671D-253E-2F8B6309DF92}"/>
              </a:ext>
            </a:extLst>
          </p:cNvPr>
          <p:cNvSpPr txBox="1"/>
          <p:nvPr/>
        </p:nvSpPr>
        <p:spPr>
          <a:xfrm>
            <a:off x="1739180" y="2473545"/>
            <a:ext cx="1665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Axis-1: Shoulder Rotation Angle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477FBAB-B08A-2B27-24BF-3EF11D4F8B55}"/>
              </a:ext>
            </a:extLst>
          </p:cNvPr>
          <p:cNvCxnSpPr>
            <a:cxnSpLocks/>
          </p:cNvCxnSpPr>
          <p:nvPr/>
        </p:nvCxnSpPr>
        <p:spPr>
          <a:xfrm>
            <a:off x="2026912" y="4236798"/>
            <a:ext cx="615704" cy="0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AE18054-03D2-2A0D-6917-8F5F796F97B8}"/>
              </a:ext>
            </a:extLst>
          </p:cNvPr>
          <p:cNvCxnSpPr>
            <a:cxnSpLocks/>
          </p:cNvCxnSpPr>
          <p:nvPr/>
        </p:nvCxnSpPr>
        <p:spPr>
          <a:xfrm>
            <a:off x="5050538" y="2465039"/>
            <a:ext cx="271270" cy="186632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DF0B856-AA79-FCDF-875B-7666E305B469}"/>
              </a:ext>
            </a:extLst>
          </p:cNvPr>
          <p:cNvCxnSpPr>
            <a:cxnSpLocks/>
          </p:cNvCxnSpPr>
          <p:nvPr/>
        </p:nvCxnSpPr>
        <p:spPr>
          <a:xfrm flipH="1">
            <a:off x="4815840" y="2465039"/>
            <a:ext cx="234698" cy="186632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EAF89496-9833-C4B0-83DC-004855077B5C}"/>
              </a:ext>
            </a:extLst>
          </p:cNvPr>
          <p:cNvSpPr txBox="1"/>
          <p:nvPr/>
        </p:nvSpPr>
        <p:spPr>
          <a:xfrm>
            <a:off x="1810060" y="1417505"/>
            <a:ext cx="1284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Axis-2: Elbow Rotation Angle 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45782010-BB8C-DCD3-AC7A-22477999EE64}"/>
              </a:ext>
            </a:extLst>
          </p:cNvPr>
          <p:cNvCxnSpPr>
            <a:cxnSpLocks/>
          </p:cNvCxnSpPr>
          <p:nvPr/>
        </p:nvCxnSpPr>
        <p:spPr>
          <a:xfrm>
            <a:off x="3035808" y="1648337"/>
            <a:ext cx="2014730" cy="824683"/>
          </a:xfrm>
          <a:prstGeom prst="bentConnector3">
            <a:avLst>
              <a:gd name="adj1" fmla="val 99924"/>
            </a:avLst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5023D706-1B2D-2DE2-E9DA-9093A7C83F65}"/>
              </a:ext>
            </a:extLst>
          </p:cNvPr>
          <p:cNvCxnSpPr>
            <a:cxnSpLocks/>
          </p:cNvCxnSpPr>
          <p:nvPr/>
        </p:nvCxnSpPr>
        <p:spPr>
          <a:xfrm flipV="1">
            <a:off x="2916936" y="3758184"/>
            <a:ext cx="1821031" cy="1059658"/>
          </a:xfrm>
          <a:prstGeom prst="bentConnector3">
            <a:avLst>
              <a:gd name="adj1" fmla="val 1293"/>
            </a:avLst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FE65F34-BDDB-7939-7CAD-F4CD48FF7BE1}"/>
              </a:ext>
            </a:extLst>
          </p:cNvPr>
          <p:cNvCxnSpPr>
            <a:cxnSpLocks/>
          </p:cNvCxnSpPr>
          <p:nvPr/>
        </p:nvCxnSpPr>
        <p:spPr>
          <a:xfrm flipV="1">
            <a:off x="5662872" y="2773555"/>
            <a:ext cx="207576" cy="131976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CC7DF91-F2E3-A254-0433-731BDFA961B1}"/>
              </a:ext>
            </a:extLst>
          </p:cNvPr>
          <p:cNvCxnSpPr>
            <a:cxnSpLocks/>
          </p:cNvCxnSpPr>
          <p:nvPr/>
        </p:nvCxnSpPr>
        <p:spPr>
          <a:xfrm flipH="1" flipV="1">
            <a:off x="5321808" y="2854998"/>
            <a:ext cx="341064" cy="50533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456EC9DA-0DED-3374-8413-2D764AC35E92}"/>
              </a:ext>
            </a:extLst>
          </p:cNvPr>
          <p:cNvSpPr txBox="1"/>
          <p:nvPr/>
        </p:nvSpPr>
        <p:spPr>
          <a:xfrm>
            <a:off x="4246733" y="1076975"/>
            <a:ext cx="2254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Axis-3: Wrist Rotation Angle 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010B880-73E4-807D-B082-B26C2847408F}"/>
              </a:ext>
            </a:extLst>
          </p:cNvPr>
          <p:cNvCxnSpPr>
            <a:cxnSpLocks/>
          </p:cNvCxnSpPr>
          <p:nvPr/>
        </p:nvCxnSpPr>
        <p:spPr>
          <a:xfrm flipH="1">
            <a:off x="6263640" y="2156539"/>
            <a:ext cx="5559" cy="376349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142C4611-FC68-7EA0-4A60-4D6B8EE05E2C}"/>
              </a:ext>
            </a:extLst>
          </p:cNvPr>
          <p:cNvSpPr txBox="1"/>
          <p:nvPr/>
        </p:nvSpPr>
        <p:spPr>
          <a:xfrm>
            <a:off x="5719415" y="1694874"/>
            <a:ext cx="1273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Axis-4: Gripper Rotation Angle 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0818E730-E602-6DD9-1B58-E3BF379B0EED}"/>
              </a:ext>
            </a:extLst>
          </p:cNvPr>
          <p:cNvCxnSpPr>
            <a:cxnSpLocks/>
          </p:cNvCxnSpPr>
          <p:nvPr/>
        </p:nvCxnSpPr>
        <p:spPr>
          <a:xfrm flipH="1">
            <a:off x="5627763" y="1324318"/>
            <a:ext cx="3196" cy="1485569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Arrow: Curved Left 108">
            <a:extLst>
              <a:ext uri="{FF2B5EF4-FFF2-40B4-BE49-F238E27FC236}">
                <a16:creationId xmlns:a16="http://schemas.microsoft.com/office/drawing/2014/main" id="{6F9A31DB-7082-9A32-A37D-FA8B2BAC1EFE}"/>
              </a:ext>
            </a:extLst>
          </p:cNvPr>
          <p:cNvSpPr/>
          <p:nvPr/>
        </p:nvSpPr>
        <p:spPr>
          <a:xfrm>
            <a:off x="6211380" y="2608726"/>
            <a:ext cx="321266" cy="402322"/>
          </a:xfrm>
          <a:prstGeom prst="curvedLef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3755C497-18BC-C37F-C020-7B67471B834D}"/>
              </a:ext>
            </a:extLst>
          </p:cNvPr>
          <p:cNvCxnSpPr>
            <a:cxnSpLocks/>
          </p:cNvCxnSpPr>
          <p:nvPr/>
        </p:nvCxnSpPr>
        <p:spPr>
          <a:xfrm flipV="1">
            <a:off x="5989320" y="3070413"/>
            <a:ext cx="0" cy="2215556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19D18A62-92DD-BFE4-5750-AD5EEBB606EF}"/>
              </a:ext>
            </a:extLst>
          </p:cNvPr>
          <p:cNvSpPr txBox="1"/>
          <p:nvPr/>
        </p:nvSpPr>
        <p:spPr>
          <a:xfrm>
            <a:off x="5098815" y="5550929"/>
            <a:ext cx="1273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Axis-5: Gripper Opening Angle </a:t>
            </a:r>
            <a:endParaRPr lang="en-SG" sz="1200" b="1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45834CC-FD82-0FF3-E2A7-3CA1E192FCF7}"/>
              </a:ext>
            </a:extLst>
          </p:cNvPr>
          <p:cNvSpPr txBox="1"/>
          <p:nvPr/>
        </p:nvSpPr>
        <p:spPr>
          <a:xfrm>
            <a:off x="1304091" y="5980930"/>
            <a:ext cx="1890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Cube Grond Sensor Grid </a:t>
            </a:r>
            <a:endParaRPr lang="en-SG" sz="1200" b="1" dirty="0">
              <a:solidFill>
                <a:schemeClr val="bg1"/>
              </a:solidFill>
            </a:endParaRPr>
          </a:p>
        </p:txBody>
      </p:sp>
      <p:sp>
        <p:nvSpPr>
          <p:cNvPr id="145" name="Arrow: Curved Left 144">
            <a:extLst>
              <a:ext uri="{FF2B5EF4-FFF2-40B4-BE49-F238E27FC236}">
                <a16:creationId xmlns:a16="http://schemas.microsoft.com/office/drawing/2014/main" id="{33A795BA-40F8-4831-4973-066FBE70EB90}"/>
              </a:ext>
            </a:extLst>
          </p:cNvPr>
          <p:cNvSpPr/>
          <p:nvPr/>
        </p:nvSpPr>
        <p:spPr>
          <a:xfrm>
            <a:off x="4246733" y="3009418"/>
            <a:ext cx="321266" cy="402322"/>
          </a:xfrm>
          <a:prstGeom prst="curvedLeftArrow">
            <a:avLst>
              <a:gd name="adj1" fmla="val 25000"/>
              <a:gd name="adj2" fmla="val 61476"/>
              <a:gd name="adj3" fmla="val 25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F422B0C9-6D80-0630-6CBD-8106DC00E2C8}"/>
              </a:ext>
            </a:extLst>
          </p:cNvPr>
          <p:cNvCxnSpPr>
            <a:cxnSpLocks/>
          </p:cNvCxnSpPr>
          <p:nvPr/>
        </p:nvCxnSpPr>
        <p:spPr>
          <a:xfrm>
            <a:off x="3331140" y="3210579"/>
            <a:ext cx="627888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781C8DD7-62AC-2EC9-FB88-CB9A56B2221D}"/>
              </a:ext>
            </a:extLst>
          </p:cNvPr>
          <p:cNvSpPr txBox="1"/>
          <p:nvPr/>
        </p:nvSpPr>
        <p:spPr>
          <a:xfrm>
            <a:off x="2780992" y="3075084"/>
            <a:ext cx="623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Link-0</a:t>
            </a:r>
            <a:endParaRPr lang="en-SG" sz="1200" b="1" dirty="0">
              <a:solidFill>
                <a:srgbClr val="FF0000"/>
              </a:solidFill>
            </a:endParaRP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0989F558-EBCC-19E0-B132-F1130F1AEA8A}"/>
              </a:ext>
            </a:extLst>
          </p:cNvPr>
          <p:cNvCxnSpPr>
            <a:cxnSpLocks/>
          </p:cNvCxnSpPr>
          <p:nvPr/>
        </p:nvCxnSpPr>
        <p:spPr>
          <a:xfrm>
            <a:off x="4540567" y="2156539"/>
            <a:ext cx="0" cy="298298"/>
          </a:xfrm>
          <a:prstGeom prst="straightConnector1">
            <a:avLst/>
          </a:prstGeom>
          <a:ln>
            <a:solidFill>
              <a:srgbClr val="00FF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11631003-28EE-CA44-8948-FFF4BAAD1FBF}"/>
              </a:ext>
            </a:extLst>
          </p:cNvPr>
          <p:cNvSpPr txBox="1"/>
          <p:nvPr/>
        </p:nvSpPr>
        <p:spPr>
          <a:xfrm>
            <a:off x="4251223" y="1912413"/>
            <a:ext cx="623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FF00"/>
                </a:solidFill>
              </a:rPr>
              <a:t>Link-1</a:t>
            </a:r>
            <a:endParaRPr lang="en-SG" sz="1200" b="1" dirty="0">
              <a:solidFill>
                <a:srgbClr val="00FF00"/>
              </a:solidFill>
            </a:endParaRP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DB52253F-2B56-D5A3-EC73-103AEC8AF471}"/>
              </a:ext>
            </a:extLst>
          </p:cNvPr>
          <p:cNvCxnSpPr>
            <a:cxnSpLocks/>
          </p:cNvCxnSpPr>
          <p:nvPr/>
        </p:nvCxnSpPr>
        <p:spPr>
          <a:xfrm flipV="1">
            <a:off x="5235571" y="2839543"/>
            <a:ext cx="0" cy="36042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DAB27BC5-F546-0631-919F-C24AD1AEC1EC}"/>
              </a:ext>
            </a:extLst>
          </p:cNvPr>
          <p:cNvSpPr txBox="1"/>
          <p:nvPr/>
        </p:nvSpPr>
        <p:spPr>
          <a:xfrm>
            <a:off x="5090561" y="3188126"/>
            <a:ext cx="623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Link-2</a:t>
            </a:r>
            <a:endParaRPr lang="en-SG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863EDF83-4A5E-27EC-6EC7-6D6CA7417B88}"/>
              </a:ext>
            </a:extLst>
          </p:cNvPr>
          <p:cNvCxnSpPr>
            <a:cxnSpLocks/>
          </p:cNvCxnSpPr>
          <p:nvPr/>
        </p:nvCxnSpPr>
        <p:spPr>
          <a:xfrm flipH="1" flipV="1">
            <a:off x="6168369" y="2900937"/>
            <a:ext cx="8134" cy="510480"/>
          </a:xfrm>
          <a:prstGeom prst="straightConnector1">
            <a:avLst/>
          </a:prstGeom>
          <a:ln>
            <a:solidFill>
              <a:srgbClr val="FFFF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AD665C7C-D870-5F54-9923-209F6E265E90}"/>
              </a:ext>
            </a:extLst>
          </p:cNvPr>
          <p:cNvSpPr txBox="1"/>
          <p:nvPr/>
        </p:nvSpPr>
        <p:spPr>
          <a:xfrm>
            <a:off x="6019170" y="3386009"/>
            <a:ext cx="623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FF00"/>
                </a:solidFill>
              </a:rPr>
              <a:t>Link-3</a:t>
            </a:r>
            <a:endParaRPr lang="en-SG" sz="1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EF860B-89A1-6B3A-95C6-5F4BEA68C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032" y="787160"/>
            <a:ext cx="9400954" cy="524034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3EA8787-EB1E-9346-BF2C-93310596E088}"/>
              </a:ext>
            </a:extLst>
          </p:cNvPr>
          <p:cNvCxnSpPr>
            <a:cxnSpLocks/>
          </p:cNvCxnSpPr>
          <p:nvPr/>
        </p:nvCxnSpPr>
        <p:spPr>
          <a:xfrm>
            <a:off x="1755648" y="658368"/>
            <a:ext cx="0" cy="38353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B6E66E-7652-F43E-1976-D5EBD338050C}"/>
              </a:ext>
            </a:extLst>
          </p:cNvPr>
          <p:cNvSpPr txBox="1"/>
          <p:nvPr/>
        </p:nvSpPr>
        <p:spPr>
          <a:xfrm>
            <a:off x="1203534" y="261099"/>
            <a:ext cx="1503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 PLC Connection Protocol Selection</a:t>
            </a:r>
            <a:endParaRPr lang="en-SG" sz="1200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F6C0DF-B8BA-99B5-FA05-1F024EDBA19B}"/>
              </a:ext>
            </a:extLst>
          </p:cNvPr>
          <p:cNvSpPr txBox="1"/>
          <p:nvPr/>
        </p:nvSpPr>
        <p:spPr>
          <a:xfrm>
            <a:off x="2782398" y="254458"/>
            <a:ext cx="1606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Current PLC Connection State</a:t>
            </a:r>
            <a:endParaRPr lang="en-SG" sz="1200" b="1" dirty="0">
              <a:solidFill>
                <a:srgbClr val="C0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38BA28-41EC-A6E4-94A4-B7AE218E3C44}"/>
              </a:ext>
            </a:extLst>
          </p:cNvPr>
          <p:cNvCxnSpPr>
            <a:cxnSpLocks/>
          </p:cNvCxnSpPr>
          <p:nvPr/>
        </p:nvCxnSpPr>
        <p:spPr>
          <a:xfrm>
            <a:off x="2959608" y="655061"/>
            <a:ext cx="0" cy="38353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94A51A-9919-BBE5-FF3C-9A392D776300}"/>
              </a:ext>
            </a:extLst>
          </p:cNvPr>
          <p:cNvCxnSpPr>
            <a:cxnSpLocks/>
          </p:cNvCxnSpPr>
          <p:nvPr/>
        </p:nvCxnSpPr>
        <p:spPr>
          <a:xfrm>
            <a:off x="5041392" y="655061"/>
            <a:ext cx="0" cy="670819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6C4FA61-C2B9-C028-0074-EBF95C9005DB}"/>
              </a:ext>
            </a:extLst>
          </p:cNvPr>
          <p:cNvSpPr txBox="1"/>
          <p:nvPr/>
        </p:nvSpPr>
        <p:spPr>
          <a:xfrm>
            <a:off x="4626650" y="233899"/>
            <a:ext cx="1606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Cube Position X-Y Projection display</a:t>
            </a:r>
            <a:endParaRPr lang="en-SG" sz="1200" b="1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520E3E-1C6B-26B3-453D-E37C576B95DE}"/>
              </a:ext>
            </a:extLst>
          </p:cNvPr>
          <p:cNvSpPr txBox="1"/>
          <p:nvPr/>
        </p:nvSpPr>
        <p:spPr>
          <a:xfrm>
            <a:off x="6973573" y="233897"/>
            <a:ext cx="1793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Joint sensor and motor angle display panel </a:t>
            </a:r>
            <a:endParaRPr lang="en-SG" sz="1200" b="1" dirty="0">
              <a:solidFill>
                <a:srgbClr val="C0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A730D6-BF3D-E1B2-E0B6-B28E5D794949}"/>
              </a:ext>
            </a:extLst>
          </p:cNvPr>
          <p:cNvCxnSpPr>
            <a:cxnSpLocks/>
          </p:cNvCxnSpPr>
          <p:nvPr/>
        </p:nvCxnSpPr>
        <p:spPr>
          <a:xfrm>
            <a:off x="7607808" y="703181"/>
            <a:ext cx="0" cy="670819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2A9E5F-D0E9-B8B1-7C69-F4F681925A44}"/>
              </a:ext>
            </a:extLst>
          </p:cNvPr>
          <p:cNvCxnSpPr>
            <a:cxnSpLocks/>
          </p:cNvCxnSpPr>
          <p:nvPr/>
        </p:nvCxnSpPr>
        <p:spPr>
          <a:xfrm>
            <a:off x="9927336" y="655060"/>
            <a:ext cx="0" cy="2463044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B80A5A1-0C75-AA3B-0FC7-C5BD22C0CFE1}"/>
              </a:ext>
            </a:extLst>
          </p:cNvPr>
          <p:cNvSpPr txBox="1"/>
          <p:nvPr/>
        </p:nvSpPr>
        <p:spPr>
          <a:xfrm>
            <a:off x="9200830" y="233898"/>
            <a:ext cx="1453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Servo motor control slider </a:t>
            </a:r>
            <a:endParaRPr lang="en-SG" sz="1200" b="1" dirty="0">
              <a:solidFill>
                <a:srgbClr val="C0000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76DA94B-F54B-60DC-C108-9A81481A976C}"/>
              </a:ext>
            </a:extLst>
          </p:cNvPr>
          <p:cNvCxnSpPr>
            <a:cxnSpLocks/>
          </p:cNvCxnSpPr>
          <p:nvPr/>
        </p:nvCxnSpPr>
        <p:spPr>
          <a:xfrm flipV="1">
            <a:off x="6452616" y="4769602"/>
            <a:ext cx="0" cy="1439174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C130B1E-C056-1CD9-839C-D07A2444AB60}"/>
              </a:ext>
            </a:extLst>
          </p:cNvPr>
          <p:cNvSpPr txBox="1"/>
          <p:nvPr/>
        </p:nvSpPr>
        <p:spPr>
          <a:xfrm>
            <a:off x="6138440" y="6163056"/>
            <a:ext cx="1935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Current PLC Sensor Angle data [Green]</a:t>
            </a:r>
            <a:endParaRPr lang="en-SG" sz="1200" b="1" dirty="0">
              <a:solidFill>
                <a:srgbClr val="C0000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D9F6816-D589-3A02-4608-3FF893C3F413}"/>
              </a:ext>
            </a:extLst>
          </p:cNvPr>
          <p:cNvCxnSpPr>
            <a:cxnSpLocks/>
          </p:cNvCxnSpPr>
          <p:nvPr/>
        </p:nvCxnSpPr>
        <p:spPr>
          <a:xfrm flipV="1">
            <a:off x="10003536" y="4588334"/>
            <a:ext cx="0" cy="1574722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9878D25-0514-D9BF-3659-F559022734A3}"/>
              </a:ext>
            </a:extLst>
          </p:cNvPr>
          <p:cNvSpPr txBox="1"/>
          <p:nvPr/>
        </p:nvSpPr>
        <p:spPr>
          <a:xfrm>
            <a:off x="8388328" y="6163056"/>
            <a:ext cx="2179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Current PLC  Motor Target Angle data [Yellow ]</a:t>
            </a:r>
            <a:endParaRPr lang="en-SG" sz="1200" b="1" dirty="0">
              <a:solidFill>
                <a:srgbClr val="C00000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4D50007-6A78-72B4-2078-4B5C41F037D5}"/>
              </a:ext>
            </a:extLst>
          </p:cNvPr>
          <p:cNvCxnSpPr>
            <a:cxnSpLocks/>
          </p:cNvCxnSpPr>
          <p:nvPr/>
        </p:nvCxnSpPr>
        <p:spPr>
          <a:xfrm>
            <a:off x="3678936" y="3118104"/>
            <a:ext cx="0" cy="806684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22C8725-CB38-59DF-19E7-43937435ED05}"/>
              </a:ext>
            </a:extLst>
          </p:cNvPr>
          <p:cNvSpPr txBox="1"/>
          <p:nvPr/>
        </p:nvSpPr>
        <p:spPr>
          <a:xfrm>
            <a:off x="3540039" y="2841105"/>
            <a:ext cx="1606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Cube Position</a:t>
            </a:r>
            <a:endParaRPr lang="en-SG" sz="1200" b="1" dirty="0">
              <a:solidFill>
                <a:srgbClr val="C00000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CEC2439-B5A1-0741-5743-C912D1590CD6}"/>
              </a:ext>
            </a:extLst>
          </p:cNvPr>
          <p:cNvCxnSpPr>
            <a:cxnSpLocks/>
          </p:cNvCxnSpPr>
          <p:nvPr/>
        </p:nvCxnSpPr>
        <p:spPr>
          <a:xfrm flipV="1">
            <a:off x="1755648" y="5735906"/>
            <a:ext cx="0" cy="42715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8F5F257-527F-0893-3C04-F8A4047DA3B2}"/>
              </a:ext>
            </a:extLst>
          </p:cNvPr>
          <p:cNvSpPr txBox="1"/>
          <p:nvPr/>
        </p:nvSpPr>
        <p:spPr>
          <a:xfrm>
            <a:off x="1203534" y="6199632"/>
            <a:ext cx="1091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Reset Button</a:t>
            </a:r>
            <a:endParaRPr lang="en-SG" sz="1200" b="1" dirty="0">
              <a:solidFill>
                <a:srgbClr val="C00000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CA1021A-F1A9-3C8E-2FFC-DB46EEA82D23}"/>
              </a:ext>
            </a:extLst>
          </p:cNvPr>
          <p:cNvCxnSpPr>
            <a:cxnSpLocks/>
          </p:cNvCxnSpPr>
          <p:nvPr/>
        </p:nvCxnSpPr>
        <p:spPr>
          <a:xfrm flipV="1">
            <a:off x="2959608" y="5734470"/>
            <a:ext cx="0" cy="42715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8B0FE01-33AC-8CC3-A695-09A90EE73C78}"/>
              </a:ext>
            </a:extLst>
          </p:cNvPr>
          <p:cNvSpPr txBox="1"/>
          <p:nvPr/>
        </p:nvSpPr>
        <p:spPr>
          <a:xfrm>
            <a:off x="2706624" y="6199632"/>
            <a:ext cx="250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Robot Arm Action Sequence load and execution control </a:t>
            </a:r>
            <a:endParaRPr lang="en-SG" sz="1200" b="1" dirty="0">
              <a:solidFill>
                <a:srgbClr val="C00000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909ACEA-35B4-9CE1-6345-920153FF9D36}"/>
              </a:ext>
            </a:extLst>
          </p:cNvPr>
          <p:cNvCxnSpPr>
            <a:cxnSpLocks/>
          </p:cNvCxnSpPr>
          <p:nvPr/>
        </p:nvCxnSpPr>
        <p:spPr>
          <a:xfrm flipV="1">
            <a:off x="3678936" y="5734470"/>
            <a:ext cx="0" cy="42715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317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B0A14D-4E0D-83AE-C2CF-46217B3EA4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37" t="31418"/>
          <a:stretch>
            <a:fillRect/>
          </a:stretch>
        </p:blipFill>
        <p:spPr>
          <a:xfrm>
            <a:off x="329183" y="1600200"/>
            <a:ext cx="3000207" cy="26008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191A2D-0C98-4889-1339-317EF33307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6454"/>
          <a:stretch>
            <a:fillRect/>
          </a:stretch>
        </p:blipFill>
        <p:spPr>
          <a:xfrm>
            <a:off x="3796569" y="396080"/>
            <a:ext cx="4035989" cy="516642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9488DE-8A65-B166-9BDA-36B1AD7DBDD0}"/>
              </a:ext>
            </a:extLst>
          </p:cNvPr>
          <p:cNvSpPr/>
          <p:nvPr/>
        </p:nvSpPr>
        <p:spPr>
          <a:xfrm>
            <a:off x="1697300" y="3078401"/>
            <a:ext cx="548640" cy="64008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E5B9C546-94FD-0C53-E6B2-896276E3517B}"/>
              </a:ext>
            </a:extLst>
          </p:cNvPr>
          <p:cNvCxnSpPr>
            <a:cxnSpLocks/>
            <a:stCxn id="7" idx="2"/>
            <a:endCxn id="10" idx="2"/>
          </p:cNvCxnSpPr>
          <p:nvPr/>
        </p:nvCxnSpPr>
        <p:spPr>
          <a:xfrm rot="16200000" flipH="1">
            <a:off x="3983223" y="1706877"/>
            <a:ext cx="158575" cy="4181781"/>
          </a:xfrm>
          <a:prstGeom prst="bentConnector3">
            <a:avLst>
              <a:gd name="adj1" fmla="val 440215"/>
            </a:avLst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1A75864-4B78-0CF7-05CD-9961548F039B}"/>
              </a:ext>
            </a:extLst>
          </p:cNvPr>
          <p:cNvSpPr/>
          <p:nvPr/>
        </p:nvSpPr>
        <p:spPr>
          <a:xfrm>
            <a:off x="5943599" y="3374134"/>
            <a:ext cx="419603" cy="502922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BDB773-E392-E758-42C9-FE5CA3AF3CE0}"/>
              </a:ext>
            </a:extLst>
          </p:cNvPr>
          <p:cNvCxnSpPr/>
          <p:nvPr/>
        </p:nvCxnSpPr>
        <p:spPr>
          <a:xfrm>
            <a:off x="5733288" y="2962656"/>
            <a:ext cx="0" cy="1453896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0317F4-227B-6379-F447-D1B784B93D69}"/>
              </a:ext>
            </a:extLst>
          </p:cNvPr>
          <p:cNvCxnSpPr>
            <a:cxnSpLocks/>
          </p:cNvCxnSpPr>
          <p:nvPr/>
        </p:nvCxnSpPr>
        <p:spPr>
          <a:xfrm>
            <a:off x="5733288" y="2962656"/>
            <a:ext cx="320039" cy="585216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71ABF840-9F4D-310F-B62C-F673631D36A2}"/>
              </a:ext>
            </a:extLst>
          </p:cNvPr>
          <p:cNvCxnSpPr/>
          <p:nvPr/>
        </p:nvCxnSpPr>
        <p:spPr>
          <a:xfrm rot="5400000">
            <a:off x="5701283" y="3397535"/>
            <a:ext cx="274320" cy="136083"/>
          </a:xfrm>
          <a:prstGeom prst="curvedConnector3">
            <a:avLst>
              <a:gd name="adj1" fmla="val 80000"/>
            </a:avLst>
          </a:prstGeom>
          <a:ln>
            <a:solidFill>
              <a:schemeClr val="bg1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6199C28-F69E-2CD8-3C7F-91A1988CF489}"/>
              </a:ext>
            </a:extLst>
          </p:cNvPr>
          <p:cNvSpPr txBox="1"/>
          <p:nvPr/>
        </p:nvSpPr>
        <p:spPr>
          <a:xfrm>
            <a:off x="4164387" y="2866751"/>
            <a:ext cx="1201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Axis-0: Base Rotation Angle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60F911F-D169-3F47-57BD-37E9E8F2C8C8}"/>
              </a:ext>
            </a:extLst>
          </p:cNvPr>
          <p:cNvCxnSpPr>
            <a:cxnSpLocks/>
            <a:stCxn id="24" idx="2"/>
          </p:cNvCxnSpPr>
          <p:nvPr/>
        </p:nvCxnSpPr>
        <p:spPr>
          <a:xfrm rot="16200000" flipH="1">
            <a:off x="5262765" y="2830580"/>
            <a:ext cx="87107" cy="1082778"/>
          </a:xfrm>
          <a:prstGeom prst="bentConnector2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FEC688-5DCC-812E-9661-D55FBC3B493F}"/>
              </a:ext>
            </a:extLst>
          </p:cNvPr>
          <p:cNvSpPr txBox="1"/>
          <p:nvPr/>
        </p:nvSpPr>
        <p:spPr>
          <a:xfrm>
            <a:off x="5943599" y="2728251"/>
            <a:ext cx="1201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Cube distance 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D909729A-4025-2403-6407-22D9791DC64E}"/>
              </a:ext>
            </a:extLst>
          </p:cNvPr>
          <p:cNvCxnSpPr>
            <a:cxnSpLocks/>
            <a:stCxn id="30" idx="2"/>
          </p:cNvCxnSpPr>
          <p:nvPr/>
        </p:nvCxnSpPr>
        <p:spPr>
          <a:xfrm rot="5400000">
            <a:off x="6141330" y="2748741"/>
            <a:ext cx="146303" cy="659321"/>
          </a:xfrm>
          <a:prstGeom prst="bentConnector2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660685A-2D2A-A761-ED41-7259F4F97509}"/>
              </a:ext>
            </a:extLst>
          </p:cNvPr>
          <p:cNvSpPr txBox="1"/>
          <p:nvPr/>
        </p:nvSpPr>
        <p:spPr>
          <a:xfrm>
            <a:off x="393498" y="4720639"/>
            <a:ext cx="31562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Axis-0: Base Rotation Angle =  arctan(y/x),  if x=0 and y &gt;0 : 90, if x=0 y&lt;0: -90.</a:t>
            </a:r>
          </a:p>
          <a:p>
            <a:endParaRPr lang="en-US" sz="1200" b="1" dirty="0"/>
          </a:p>
          <a:p>
            <a:r>
              <a:rPr lang="en-US" sz="1200" b="1" dirty="0"/>
              <a:t>Cube distance =  sqrt(x^2 + y^2)</a:t>
            </a:r>
            <a:endParaRPr lang="en-SG" sz="1200" b="1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6D16749-90D4-F25E-4942-4864010220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2946" y="267152"/>
            <a:ext cx="3799765" cy="3132468"/>
          </a:xfrm>
          <a:prstGeom prst="rect">
            <a:avLst/>
          </a:prstGeom>
        </p:spPr>
      </p:pic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2FC6D3D7-BC62-D816-502A-540ABFA40ECD}"/>
              </a:ext>
            </a:extLst>
          </p:cNvPr>
          <p:cNvCxnSpPr>
            <a:cxnSpLocks/>
            <a:stCxn id="30" idx="3"/>
            <a:endCxn id="41" idx="2"/>
          </p:cNvCxnSpPr>
          <p:nvPr/>
        </p:nvCxnSpPr>
        <p:spPr>
          <a:xfrm>
            <a:off x="7144682" y="2866751"/>
            <a:ext cx="2760544" cy="451486"/>
          </a:xfrm>
          <a:prstGeom prst="bentConnector4">
            <a:avLst>
              <a:gd name="adj1" fmla="val 35180"/>
              <a:gd name="adj2" fmla="val 143588"/>
            </a:avLst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36A26307-241F-511B-A27C-052266017747}"/>
              </a:ext>
            </a:extLst>
          </p:cNvPr>
          <p:cNvSpPr/>
          <p:nvPr/>
        </p:nvSpPr>
        <p:spPr>
          <a:xfrm>
            <a:off x="9087025" y="2994209"/>
            <a:ext cx="1636401" cy="32402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DDE725-8924-1361-CC4B-C4712802A341}"/>
              </a:ext>
            </a:extLst>
          </p:cNvPr>
          <p:cNvSpPr txBox="1"/>
          <p:nvPr/>
        </p:nvSpPr>
        <p:spPr>
          <a:xfrm>
            <a:off x="8257076" y="3549938"/>
            <a:ext cx="35178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 = cos(theta1)*1.5</a:t>
            </a:r>
          </a:p>
          <a:p>
            <a:r>
              <a:rPr lang="en-US" sz="1200" b="1" dirty="0"/>
              <a:t>b = cos(theta1+theta2)*1</a:t>
            </a:r>
          </a:p>
          <a:p>
            <a:r>
              <a:rPr lang="en-US" sz="1200" b="1" dirty="0"/>
              <a:t>c = cos(theta1+theta2+theta3)*0.5</a:t>
            </a:r>
          </a:p>
          <a:p>
            <a:endParaRPr lang="en-US" sz="1200" b="1" dirty="0"/>
          </a:p>
          <a:p>
            <a:r>
              <a:rPr lang="en-US" sz="1200" b="1" dirty="0"/>
              <a:t>X-Axis Cube distance =  sqrt(x^2 + y^2) = a +b +c</a:t>
            </a:r>
          </a:p>
          <a:p>
            <a:endParaRPr lang="en-US" sz="1200" b="1" dirty="0"/>
          </a:p>
          <a:p>
            <a:r>
              <a:rPr lang="en-US" sz="1200" b="1" dirty="0"/>
              <a:t>d = sing(theta1)*1.5</a:t>
            </a:r>
          </a:p>
          <a:p>
            <a:r>
              <a:rPr lang="en-US" sz="1200" b="1" dirty="0"/>
              <a:t>e = sing(theta1+theta2)*1</a:t>
            </a:r>
          </a:p>
          <a:p>
            <a:r>
              <a:rPr lang="en-US" sz="1200" b="1" dirty="0"/>
              <a:t>f = sin(theta1+theta2+theta3)*0.5</a:t>
            </a:r>
          </a:p>
          <a:p>
            <a:endParaRPr lang="en-US" sz="1200" b="1" dirty="0"/>
          </a:p>
          <a:p>
            <a:r>
              <a:rPr lang="en-US" sz="1200" b="1" dirty="0"/>
              <a:t>Z-Axis distance =  2 = d +e +f </a:t>
            </a:r>
            <a:endParaRPr lang="en-SG" sz="1200" b="1" dirty="0"/>
          </a:p>
          <a:p>
            <a:r>
              <a:rPr lang="en-US" sz="1200" b="1" dirty="0"/>
              <a:t> </a:t>
            </a:r>
            <a:endParaRPr lang="en-SG" sz="1200" b="1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DA107B6-6603-F1CA-30C8-AEE671C62080}"/>
              </a:ext>
            </a:extLst>
          </p:cNvPr>
          <p:cNvCxnSpPr/>
          <p:nvPr/>
        </p:nvCxnSpPr>
        <p:spPr>
          <a:xfrm>
            <a:off x="10045726" y="1897917"/>
            <a:ext cx="0" cy="1094153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B2FB6BF-D5C0-8995-83D6-EFB91CCB955B}"/>
              </a:ext>
            </a:extLst>
          </p:cNvPr>
          <p:cNvCxnSpPr>
            <a:cxnSpLocks/>
          </p:cNvCxnSpPr>
          <p:nvPr/>
        </p:nvCxnSpPr>
        <p:spPr>
          <a:xfrm>
            <a:off x="10649712" y="2545417"/>
            <a:ext cx="0" cy="459833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3934530-9AC0-4232-3ED1-46188033A316}"/>
              </a:ext>
            </a:extLst>
          </p:cNvPr>
          <p:cNvSpPr txBox="1"/>
          <p:nvPr/>
        </p:nvSpPr>
        <p:spPr>
          <a:xfrm>
            <a:off x="9375745" y="2493590"/>
            <a:ext cx="280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77A0ED9-0237-4210-3404-1E87FD3AB122}"/>
              </a:ext>
            </a:extLst>
          </p:cNvPr>
          <p:cNvCxnSpPr>
            <a:cxnSpLocks/>
          </p:cNvCxnSpPr>
          <p:nvPr/>
        </p:nvCxnSpPr>
        <p:spPr>
          <a:xfrm>
            <a:off x="9045472" y="2851972"/>
            <a:ext cx="910705" cy="0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6A9953B-7EA4-4259-932E-7AEDD4BD53C6}"/>
              </a:ext>
            </a:extLst>
          </p:cNvPr>
          <p:cNvCxnSpPr>
            <a:cxnSpLocks/>
          </p:cNvCxnSpPr>
          <p:nvPr/>
        </p:nvCxnSpPr>
        <p:spPr>
          <a:xfrm>
            <a:off x="10045726" y="2854932"/>
            <a:ext cx="517216" cy="0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4447B7B-1CE6-0C58-A126-D9CCE0B53341}"/>
              </a:ext>
            </a:extLst>
          </p:cNvPr>
          <p:cNvSpPr txBox="1"/>
          <p:nvPr/>
        </p:nvSpPr>
        <p:spPr>
          <a:xfrm>
            <a:off x="10110228" y="2538727"/>
            <a:ext cx="280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8CC4177-2F3C-05FD-6574-09CFE9243885}"/>
              </a:ext>
            </a:extLst>
          </p:cNvPr>
          <p:cNvCxnSpPr>
            <a:cxnSpLocks/>
          </p:cNvCxnSpPr>
          <p:nvPr/>
        </p:nvCxnSpPr>
        <p:spPr>
          <a:xfrm>
            <a:off x="10723426" y="2832509"/>
            <a:ext cx="267662" cy="0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F4A9C27-8C9A-A7A6-C857-3E713A3BEDE5}"/>
              </a:ext>
            </a:extLst>
          </p:cNvPr>
          <p:cNvSpPr txBox="1"/>
          <p:nvPr/>
        </p:nvSpPr>
        <p:spPr>
          <a:xfrm>
            <a:off x="10736483" y="2497861"/>
            <a:ext cx="280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A4FB0B2-5966-89DA-3AF4-DED50E12CEFF}"/>
              </a:ext>
            </a:extLst>
          </p:cNvPr>
          <p:cNvCxnSpPr>
            <a:cxnSpLocks/>
          </p:cNvCxnSpPr>
          <p:nvPr/>
        </p:nvCxnSpPr>
        <p:spPr>
          <a:xfrm flipH="1">
            <a:off x="8653835" y="1895882"/>
            <a:ext cx="1406182" cy="0"/>
          </a:xfrm>
          <a:prstGeom prst="line">
            <a:avLst/>
          </a:prstGeom>
          <a:ln>
            <a:solidFill>
              <a:srgbClr val="00FF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8931E2-54BB-B641-8663-1230393E5C6A}"/>
              </a:ext>
            </a:extLst>
          </p:cNvPr>
          <p:cNvCxnSpPr>
            <a:cxnSpLocks/>
          </p:cNvCxnSpPr>
          <p:nvPr/>
        </p:nvCxnSpPr>
        <p:spPr>
          <a:xfrm flipH="1">
            <a:off x="8627420" y="2428419"/>
            <a:ext cx="1970851" cy="0"/>
          </a:xfrm>
          <a:prstGeom prst="line">
            <a:avLst/>
          </a:prstGeom>
          <a:ln>
            <a:solidFill>
              <a:srgbClr val="00FF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51A099-4444-A739-370D-3890A0F489E2}"/>
              </a:ext>
            </a:extLst>
          </p:cNvPr>
          <p:cNvCxnSpPr>
            <a:cxnSpLocks/>
          </p:cNvCxnSpPr>
          <p:nvPr/>
        </p:nvCxnSpPr>
        <p:spPr>
          <a:xfrm>
            <a:off x="8669737" y="1390577"/>
            <a:ext cx="0" cy="489403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E3D2172-86AA-6A3C-4EF0-774798CC37AB}"/>
              </a:ext>
            </a:extLst>
          </p:cNvPr>
          <p:cNvSpPr txBox="1"/>
          <p:nvPr/>
        </p:nvSpPr>
        <p:spPr>
          <a:xfrm>
            <a:off x="8379016" y="1517166"/>
            <a:ext cx="280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d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1FCE43D-D743-93F7-27C6-95EB30DD5E33}"/>
              </a:ext>
            </a:extLst>
          </p:cNvPr>
          <p:cNvCxnSpPr>
            <a:cxnSpLocks/>
          </p:cNvCxnSpPr>
          <p:nvPr/>
        </p:nvCxnSpPr>
        <p:spPr>
          <a:xfrm>
            <a:off x="8684149" y="1925488"/>
            <a:ext cx="0" cy="489403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B1786D2-1F4F-2251-8E6C-F0D03CC2A65B}"/>
              </a:ext>
            </a:extLst>
          </p:cNvPr>
          <p:cNvSpPr txBox="1"/>
          <p:nvPr/>
        </p:nvSpPr>
        <p:spPr>
          <a:xfrm>
            <a:off x="8372479" y="2050946"/>
            <a:ext cx="280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A49B8B2-FD85-5778-AFD9-94BFC5B3854A}"/>
              </a:ext>
            </a:extLst>
          </p:cNvPr>
          <p:cNvCxnSpPr>
            <a:cxnSpLocks/>
          </p:cNvCxnSpPr>
          <p:nvPr/>
        </p:nvCxnSpPr>
        <p:spPr>
          <a:xfrm>
            <a:off x="8684149" y="2480730"/>
            <a:ext cx="0" cy="456353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7977AC6-F5FD-CCC9-9E18-80CCB6CCD221}"/>
              </a:ext>
            </a:extLst>
          </p:cNvPr>
          <p:cNvSpPr txBox="1"/>
          <p:nvPr/>
        </p:nvSpPr>
        <p:spPr>
          <a:xfrm>
            <a:off x="8433883" y="2577933"/>
            <a:ext cx="280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f</a:t>
            </a:r>
            <a:endParaRPr lang="en-SG" sz="1200" b="1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AF792D-9737-28DA-7447-D82A1526CC9C}"/>
              </a:ext>
            </a:extLst>
          </p:cNvPr>
          <p:cNvSpPr txBox="1"/>
          <p:nvPr/>
        </p:nvSpPr>
        <p:spPr>
          <a:xfrm>
            <a:off x="329183" y="341241"/>
            <a:ext cx="3517883" cy="117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theta0:  Base motor rotation angle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theta1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/>
              <a:t>: Shoulder motor rotation angle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theta2 : Elbow motor rotation angle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theta3: Wrist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/>
              <a:t>motor rotation angle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83EACD7-AF5A-EBC3-CE2E-B843DE2E705C}"/>
              </a:ext>
            </a:extLst>
          </p:cNvPr>
          <p:cNvSpPr/>
          <p:nvPr/>
        </p:nvSpPr>
        <p:spPr>
          <a:xfrm>
            <a:off x="246490" y="267152"/>
            <a:ext cx="11807687" cy="544983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34467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7E6B5CA-6FCB-02AF-4C92-9DCF76CD5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397" y="1231629"/>
            <a:ext cx="5506107" cy="4431475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8966A77-4E6B-C8EC-CF7E-6EE142C92FF2}"/>
              </a:ext>
            </a:extLst>
          </p:cNvPr>
          <p:cNvCxnSpPr/>
          <p:nvPr/>
        </p:nvCxnSpPr>
        <p:spPr>
          <a:xfrm>
            <a:off x="2532888" y="2697480"/>
            <a:ext cx="2395728" cy="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64C10687-2A29-19AC-D5B7-AE588E79C6E1}"/>
              </a:ext>
            </a:extLst>
          </p:cNvPr>
          <p:cNvCxnSpPr/>
          <p:nvPr/>
        </p:nvCxnSpPr>
        <p:spPr>
          <a:xfrm rot="5400000">
            <a:off x="3525550" y="2766598"/>
            <a:ext cx="274320" cy="136083"/>
          </a:xfrm>
          <a:prstGeom prst="curvedConnector3">
            <a:avLst>
              <a:gd name="adj1" fmla="val 80000"/>
            </a:avLst>
          </a:prstGeom>
          <a:ln>
            <a:solidFill>
              <a:schemeClr val="bg1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7CB3A48-643C-36D4-295B-BD1C11A51ED0}"/>
              </a:ext>
            </a:extLst>
          </p:cNvPr>
          <p:cNvCxnSpPr>
            <a:cxnSpLocks/>
          </p:cNvCxnSpPr>
          <p:nvPr/>
        </p:nvCxnSpPr>
        <p:spPr>
          <a:xfrm>
            <a:off x="3054096" y="2084831"/>
            <a:ext cx="0" cy="1499616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0444556-4F4D-86E0-3BB0-4C7B74ECBC61}"/>
              </a:ext>
            </a:extLst>
          </p:cNvPr>
          <p:cNvCxnSpPr>
            <a:cxnSpLocks/>
          </p:cNvCxnSpPr>
          <p:nvPr/>
        </p:nvCxnSpPr>
        <p:spPr>
          <a:xfrm>
            <a:off x="4251960" y="3218688"/>
            <a:ext cx="1682496" cy="804672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951D2DE-3B96-2BC2-F9FE-DF2207092A06}"/>
              </a:ext>
            </a:extLst>
          </p:cNvPr>
          <p:cNvCxnSpPr>
            <a:cxnSpLocks/>
          </p:cNvCxnSpPr>
          <p:nvPr/>
        </p:nvCxnSpPr>
        <p:spPr>
          <a:xfrm flipV="1">
            <a:off x="4402126" y="2841635"/>
            <a:ext cx="612648" cy="1211462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9660476A-C42C-1300-8906-3B1C4D4F44C8}"/>
              </a:ext>
            </a:extLst>
          </p:cNvPr>
          <p:cNvCxnSpPr/>
          <p:nvPr/>
        </p:nvCxnSpPr>
        <p:spPr>
          <a:xfrm rot="5400000">
            <a:off x="5201371" y="3847896"/>
            <a:ext cx="274320" cy="136083"/>
          </a:xfrm>
          <a:prstGeom prst="curvedConnector3">
            <a:avLst>
              <a:gd name="adj1" fmla="val 80000"/>
            </a:avLst>
          </a:prstGeom>
          <a:ln>
            <a:solidFill>
              <a:schemeClr val="bg1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26E3C07-2B82-479A-2F37-BA538EF7E9D8}"/>
              </a:ext>
            </a:extLst>
          </p:cNvPr>
          <p:cNvCxnSpPr>
            <a:cxnSpLocks/>
          </p:cNvCxnSpPr>
          <p:nvPr/>
        </p:nvCxnSpPr>
        <p:spPr>
          <a:xfrm flipV="1">
            <a:off x="5014774" y="4023360"/>
            <a:ext cx="1011122" cy="667512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AEDEFBD-76B8-6B61-7B37-30A634802BDC}"/>
              </a:ext>
            </a:extLst>
          </p:cNvPr>
          <p:cNvCxnSpPr>
            <a:cxnSpLocks/>
          </p:cNvCxnSpPr>
          <p:nvPr/>
        </p:nvCxnSpPr>
        <p:spPr>
          <a:xfrm>
            <a:off x="5255670" y="3915937"/>
            <a:ext cx="998116" cy="1076687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C5ED72C9-5CEE-1D54-5523-EAED0FC87A76}"/>
              </a:ext>
            </a:extLst>
          </p:cNvPr>
          <p:cNvCxnSpPr>
            <a:cxnSpLocks/>
          </p:cNvCxnSpPr>
          <p:nvPr/>
        </p:nvCxnSpPr>
        <p:spPr>
          <a:xfrm rot="5400000">
            <a:off x="5916743" y="4816010"/>
            <a:ext cx="194330" cy="158903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8EA5C38-C5FB-03C6-03E3-629755CA7737}"/>
              </a:ext>
            </a:extLst>
          </p:cNvPr>
          <p:cNvSpPr txBox="1"/>
          <p:nvPr/>
        </p:nvSpPr>
        <p:spPr>
          <a:xfrm>
            <a:off x="3903663" y="1858558"/>
            <a:ext cx="1502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Axis-1: Shoulder motor Angle (x)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47FC9AD3-876B-2A16-3C50-06DE032AB45A}"/>
              </a:ext>
            </a:extLst>
          </p:cNvPr>
          <p:cNvCxnSpPr>
            <a:cxnSpLocks/>
            <a:stCxn id="49" idx="2"/>
          </p:cNvCxnSpPr>
          <p:nvPr/>
        </p:nvCxnSpPr>
        <p:spPr>
          <a:xfrm rot="5400000">
            <a:off x="3940533" y="2126844"/>
            <a:ext cx="521207" cy="907965"/>
          </a:xfrm>
          <a:prstGeom prst="bentConnector2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069B4D5A-B652-595B-4E4A-D847A842AFB1}"/>
              </a:ext>
            </a:extLst>
          </p:cNvPr>
          <p:cNvCxnSpPr>
            <a:cxnSpLocks/>
            <a:stCxn id="58" idx="2"/>
          </p:cNvCxnSpPr>
          <p:nvPr/>
        </p:nvCxnSpPr>
        <p:spPr>
          <a:xfrm rot="5400000">
            <a:off x="5416289" y="3285686"/>
            <a:ext cx="537335" cy="681881"/>
          </a:xfrm>
          <a:prstGeom prst="bentConnector2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3F872E2-D867-0F6D-A6CF-D7956EA7F204}"/>
              </a:ext>
            </a:extLst>
          </p:cNvPr>
          <p:cNvSpPr txBox="1"/>
          <p:nvPr/>
        </p:nvSpPr>
        <p:spPr>
          <a:xfrm>
            <a:off x="5383738" y="2896294"/>
            <a:ext cx="1284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Axis-2: Elbow motor angle (y)</a:t>
            </a:r>
            <a:endParaRPr lang="en-SG" sz="1200" b="1" dirty="0">
              <a:solidFill>
                <a:schemeClr val="bg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D614081-73F7-A872-D15C-50DB3B16A81A}"/>
              </a:ext>
            </a:extLst>
          </p:cNvPr>
          <p:cNvSpPr txBox="1"/>
          <p:nvPr/>
        </p:nvSpPr>
        <p:spPr>
          <a:xfrm>
            <a:off x="6127009" y="4126283"/>
            <a:ext cx="1397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Axis-3: motor angle (z)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FDA4E3D9-1C35-E1E5-6497-624166F9FE8C}"/>
              </a:ext>
            </a:extLst>
          </p:cNvPr>
          <p:cNvCxnSpPr>
            <a:cxnSpLocks/>
            <a:stCxn id="60" idx="2"/>
          </p:cNvCxnSpPr>
          <p:nvPr/>
        </p:nvCxnSpPr>
        <p:spPr>
          <a:xfrm rot="5400000">
            <a:off x="6239812" y="4374034"/>
            <a:ext cx="371832" cy="799660"/>
          </a:xfrm>
          <a:prstGeom prst="bentConnector2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481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2EB05E-1CFC-516A-0049-EA033874C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643" y="2075688"/>
            <a:ext cx="4622881" cy="2907792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09031B-0A26-E10F-A497-0EBE18319C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38"/>
          <a:stretch>
            <a:fillRect/>
          </a:stretch>
        </p:blipFill>
        <p:spPr>
          <a:xfrm>
            <a:off x="6050749" y="2075688"/>
            <a:ext cx="4329286" cy="290779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5A864E-BBAE-D70A-53CB-FA533A0EAE89}"/>
              </a:ext>
            </a:extLst>
          </p:cNvPr>
          <p:cNvSpPr txBox="1"/>
          <p:nvPr/>
        </p:nvSpPr>
        <p:spPr>
          <a:xfrm>
            <a:off x="1196929" y="1726053"/>
            <a:ext cx="3850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CISS 2024 Control The </a:t>
            </a:r>
            <a:r>
              <a:rPr lang="en-US" sz="1200" b="1" dirty="0" err="1"/>
              <a:t>Orthanc</a:t>
            </a:r>
            <a:r>
              <a:rPr lang="en-US" sz="1200" b="1" dirty="0"/>
              <a:t> Obstacles Challenge</a:t>
            </a:r>
            <a:endParaRPr lang="en-SG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91A782-342A-48CA-E058-F3C53DE1C760}"/>
              </a:ext>
            </a:extLst>
          </p:cNvPr>
          <p:cNvSpPr txBox="1"/>
          <p:nvPr/>
        </p:nvSpPr>
        <p:spPr>
          <a:xfrm>
            <a:off x="6005124" y="1726053"/>
            <a:ext cx="44205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Deutschlands</a:t>
            </a:r>
            <a:r>
              <a:rPr lang="en-US" sz="1200" b="1" dirty="0"/>
              <a:t> Bester Hacker 2024 OT Challenge 1 </a:t>
            </a:r>
            <a:endParaRPr lang="en-SG" sz="1200" b="1" dirty="0"/>
          </a:p>
        </p:txBody>
      </p:sp>
    </p:spTree>
    <p:extLst>
      <p:ext uri="{BB962C8B-B14F-4D97-AF65-F5344CB8AC3E}">
        <p14:creationId xmlns:p14="http://schemas.microsoft.com/office/powerpoint/2010/main" val="289983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491055-D03C-9EF0-DEA6-E1FD1173E28C}"/>
              </a:ext>
            </a:extLst>
          </p:cNvPr>
          <p:cNvSpPr/>
          <p:nvPr/>
        </p:nvSpPr>
        <p:spPr>
          <a:xfrm>
            <a:off x="1699076" y="857793"/>
            <a:ext cx="1648109" cy="842815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7337DC-9254-203C-3328-7E9E26F09690}"/>
              </a:ext>
            </a:extLst>
          </p:cNvPr>
          <p:cNvSpPr txBox="1"/>
          <p:nvPr/>
        </p:nvSpPr>
        <p:spPr>
          <a:xfrm>
            <a:off x="1699076" y="1244795"/>
            <a:ext cx="13363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Network type : NAT</a:t>
            </a:r>
          </a:p>
          <a:p>
            <a:r>
              <a:rPr lang="en-US" sz="1050" dirty="0"/>
              <a:t>IP:192.168.10.11</a:t>
            </a:r>
            <a:endParaRPr lang="en-US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EE8BD-7906-243C-8A76-BA4E6EF62F8B}"/>
              </a:ext>
            </a:extLst>
          </p:cNvPr>
          <p:cNvSpPr txBox="1"/>
          <p:nvPr/>
        </p:nvSpPr>
        <p:spPr>
          <a:xfrm>
            <a:off x="1650621" y="322660"/>
            <a:ext cx="1696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Robot Arm Simulator VM</a:t>
            </a:r>
            <a:endParaRPr lang="en-SG" sz="1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9EFE0E-D65D-82D6-6C21-C9B662177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621" y="4038040"/>
            <a:ext cx="698583" cy="37910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9080069-6B85-6656-BB15-6EF4235C78C0}"/>
              </a:ext>
            </a:extLst>
          </p:cNvPr>
          <p:cNvSpPr/>
          <p:nvPr/>
        </p:nvSpPr>
        <p:spPr>
          <a:xfrm>
            <a:off x="4221607" y="831376"/>
            <a:ext cx="1894621" cy="842815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106596-9DAB-C364-3851-8D7754FADE4B}"/>
              </a:ext>
            </a:extLst>
          </p:cNvPr>
          <p:cNvSpPr txBox="1"/>
          <p:nvPr/>
        </p:nvSpPr>
        <p:spPr>
          <a:xfrm>
            <a:off x="4221607" y="281700"/>
            <a:ext cx="1763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OPCUA PLC Simulator VM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9790E2-1DB3-8745-B818-FF15713A836A}"/>
              </a:ext>
            </a:extLst>
          </p:cNvPr>
          <p:cNvSpPr txBox="1"/>
          <p:nvPr/>
        </p:nvSpPr>
        <p:spPr>
          <a:xfrm>
            <a:off x="4247418" y="1261035"/>
            <a:ext cx="133638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Network type : NAT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3BBDF92-806B-26A6-6F30-8FF2613B3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852" y="851397"/>
            <a:ext cx="597205" cy="38779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83245C3-7CA2-A8DD-FAA5-D2F9E6B7161D}"/>
              </a:ext>
            </a:extLst>
          </p:cNvPr>
          <p:cNvSpPr txBox="1"/>
          <p:nvPr/>
        </p:nvSpPr>
        <p:spPr>
          <a:xfrm>
            <a:off x="2127959" y="922565"/>
            <a:ext cx="1455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Windows 10/11</a:t>
            </a:r>
            <a:endParaRPr lang="en-SG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2FF82F-617C-A476-360E-E4548B3CF225}"/>
              </a:ext>
            </a:extLst>
          </p:cNvPr>
          <p:cNvSpPr txBox="1"/>
          <p:nvPr/>
        </p:nvSpPr>
        <p:spPr>
          <a:xfrm>
            <a:off x="4875050" y="916906"/>
            <a:ext cx="1455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Ubuntu 20.04</a:t>
            </a:r>
            <a:endParaRPr lang="en-SG" sz="1200" b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3229587-09FB-7FC1-2537-1B23E8300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935" y="921496"/>
            <a:ext cx="390730" cy="367287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7EC5E04-7218-B510-94D9-B5DBDF5BB040}"/>
              </a:ext>
            </a:extLst>
          </p:cNvPr>
          <p:cNvSpPr/>
          <p:nvPr/>
        </p:nvSpPr>
        <p:spPr>
          <a:xfrm>
            <a:off x="6990650" y="817784"/>
            <a:ext cx="1961326" cy="842815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F7E909-A065-1415-041A-84EE631CAECD}"/>
              </a:ext>
            </a:extLst>
          </p:cNvPr>
          <p:cNvSpPr txBox="1"/>
          <p:nvPr/>
        </p:nvSpPr>
        <p:spPr>
          <a:xfrm>
            <a:off x="6859930" y="294564"/>
            <a:ext cx="1763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Robot Arm Remote Controller VM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B40CA0-1A63-3CAA-C31E-6C1BE1C49B54}"/>
              </a:ext>
            </a:extLst>
          </p:cNvPr>
          <p:cNvSpPr txBox="1"/>
          <p:nvPr/>
        </p:nvSpPr>
        <p:spPr>
          <a:xfrm>
            <a:off x="7365184" y="880833"/>
            <a:ext cx="1455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Windows 10/11</a:t>
            </a:r>
            <a:endParaRPr lang="en-SG" sz="1200" b="1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04E1182-6C19-E531-9064-46C68A463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160" y="879764"/>
            <a:ext cx="390730" cy="367287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0C21F18-B84D-A0E6-3903-4EBD6429C892}"/>
              </a:ext>
            </a:extLst>
          </p:cNvPr>
          <p:cNvCxnSpPr>
            <a:stCxn id="4" idx="3"/>
          </p:cNvCxnSpPr>
          <p:nvPr/>
        </p:nvCxnSpPr>
        <p:spPr>
          <a:xfrm>
            <a:off x="3347185" y="1279201"/>
            <a:ext cx="874422" cy="95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674E785-039F-6DDD-D854-C9B4DCA9D8F9}"/>
              </a:ext>
            </a:extLst>
          </p:cNvPr>
          <p:cNvCxnSpPr/>
          <p:nvPr/>
        </p:nvCxnSpPr>
        <p:spPr>
          <a:xfrm>
            <a:off x="6116228" y="1294654"/>
            <a:ext cx="874422" cy="95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A5A8A6C-115F-220A-4921-3758DBB0A51E}"/>
              </a:ext>
            </a:extLst>
          </p:cNvPr>
          <p:cNvSpPr txBox="1"/>
          <p:nvPr/>
        </p:nvSpPr>
        <p:spPr>
          <a:xfrm>
            <a:off x="7027160" y="1279200"/>
            <a:ext cx="13363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Network type : NAT</a:t>
            </a:r>
          </a:p>
          <a:p>
            <a:r>
              <a:rPr lang="en-US" sz="1050" dirty="0"/>
              <a:t>IP:192.168.12.11</a:t>
            </a:r>
            <a:endParaRPr lang="en-US" sz="9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6802BAA-4EA9-372E-07EC-7434103B33D9}"/>
              </a:ext>
            </a:extLst>
          </p:cNvPr>
          <p:cNvCxnSpPr/>
          <p:nvPr/>
        </p:nvCxnSpPr>
        <p:spPr>
          <a:xfrm flipV="1">
            <a:off x="4051548" y="1452544"/>
            <a:ext cx="91321" cy="35796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469A092-74BE-DA9B-3251-DC3865DC15C0}"/>
              </a:ext>
            </a:extLst>
          </p:cNvPr>
          <p:cNvSpPr txBox="1"/>
          <p:nvPr/>
        </p:nvSpPr>
        <p:spPr>
          <a:xfrm>
            <a:off x="3335120" y="1854440"/>
            <a:ext cx="133638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IP:192.168.10.12</a:t>
            </a:r>
            <a:endParaRPr lang="en-US" sz="9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951263A-4415-D6BD-A5AB-CEBBE240496B}"/>
              </a:ext>
            </a:extLst>
          </p:cNvPr>
          <p:cNvCxnSpPr>
            <a:cxnSpLocks/>
          </p:cNvCxnSpPr>
          <p:nvPr/>
        </p:nvCxnSpPr>
        <p:spPr>
          <a:xfrm flipH="1" flipV="1">
            <a:off x="6194966" y="1404680"/>
            <a:ext cx="92422" cy="368393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6ADF40B-EB51-0B16-F771-93BE38A38FE0}"/>
              </a:ext>
            </a:extLst>
          </p:cNvPr>
          <p:cNvSpPr txBox="1"/>
          <p:nvPr/>
        </p:nvSpPr>
        <p:spPr>
          <a:xfrm>
            <a:off x="5690777" y="1871301"/>
            <a:ext cx="133638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IP:192.168.10.12</a:t>
            </a:r>
            <a:endParaRPr lang="en-US" sz="9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AC375C7-BA5E-F711-8298-35C4EE4DCAA2}"/>
              </a:ext>
            </a:extLst>
          </p:cNvPr>
          <p:cNvSpPr/>
          <p:nvPr/>
        </p:nvSpPr>
        <p:spPr>
          <a:xfrm>
            <a:off x="1732469" y="2897508"/>
            <a:ext cx="1648109" cy="842815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45A3F5-24C0-348D-233C-5E896A053396}"/>
              </a:ext>
            </a:extLst>
          </p:cNvPr>
          <p:cNvSpPr txBox="1"/>
          <p:nvPr/>
        </p:nvSpPr>
        <p:spPr>
          <a:xfrm>
            <a:off x="1732469" y="3284510"/>
            <a:ext cx="13363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Network type : NAT</a:t>
            </a:r>
          </a:p>
          <a:p>
            <a:r>
              <a:rPr lang="en-US" sz="1050" dirty="0"/>
              <a:t>IP:192.168.10.11</a:t>
            </a:r>
            <a:endParaRPr lang="en-US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256CA7-9310-91AF-5EAF-E5ADFC61BD3D}"/>
              </a:ext>
            </a:extLst>
          </p:cNvPr>
          <p:cNvSpPr txBox="1"/>
          <p:nvPr/>
        </p:nvSpPr>
        <p:spPr>
          <a:xfrm>
            <a:off x="1684014" y="2362375"/>
            <a:ext cx="1696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Robot Arm Simulator VM</a:t>
            </a:r>
            <a:endParaRPr lang="en-SG" sz="1400" b="1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EE8F26B4-5B4E-0029-BB3C-CFACDC561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328" y="2961211"/>
            <a:ext cx="390730" cy="367287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F46938F2-F533-238D-8EDA-6F2E1F12E391}"/>
              </a:ext>
            </a:extLst>
          </p:cNvPr>
          <p:cNvSpPr/>
          <p:nvPr/>
        </p:nvSpPr>
        <p:spPr>
          <a:xfrm>
            <a:off x="3843825" y="2885595"/>
            <a:ext cx="1894621" cy="842815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EEE66E7-F840-022B-BE05-1F0AC3EECBAC}"/>
              </a:ext>
            </a:extLst>
          </p:cNvPr>
          <p:cNvSpPr txBox="1"/>
          <p:nvPr/>
        </p:nvSpPr>
        <p:spPr>
          <a:xfrm>
            <a:off x="3843825" y="2335919"/>
            <a:ext cx="1763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OPCUA PLC Simulator VM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34EB77-4007-EF86-2E3A-489A7531544C}"/>
              </a:ext>
            </a:extLst>
          </p:cNvPr>
          <p:cNvSpPr txBox="1"/>
          <p:nvPr/>
        </p:nvSpPr>
        <p:spPr>
          <a:xfrm>
            <a:off x="3869636" y="3315254"/>
            <a:ext cx="149255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Network type : NAT</a:t>
            </a:r>
          </a:p>
          <a:p>
            <a:r>
              <a:rPr lang="en-US" sz="1050" dirty="0"/>
              <a:t>IP:192.168.10.12</a:t>
            </a:r>
            <a:endParaRPr lang="en-US" sz="900" dirty="0"/>
          </a:p>
          <a:p>
            <a:endParaRPr lang="en-US" sz="105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2149F699-B36B-CA4D-C11E-21A45A078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070" y="2905616"/>
            <a:ext cx="597205" cy="387795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AFC9B1B6-5C00-A6AD-A1D3-3A88B4B983A8}"/>
              </a:ext>
            </a:extLst>
          </p:cNvPr>
          <p:cNvSpPr/>
          <p:nvPr/>
        </p:nvSpPr>
        <p:spPr>
          <a:xfrm>
            <a:off x="6224732" y="2885595"/>
            <a:ext cx="1961326" cy="842815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EEA0E9-2536-2332-3EBD-C4C209C267A3}"/>
              </a:ext>
            </a:extLst>
          </p:cNvPr>
          <p:cNvSpPr txBox="1"/>
          <p:nvPr/>
        </p:nvSpPr>
        <p:spPr>
          <a:xfrm>
            <a:off x="6094012" y="2362375"/>
            <a:ext cx="1763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Robot Arm Remote Controller VM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1A6E861-2DD4-7391-4937-A849FF1D5366}"/>
              </a:ext>
            </a:extLst>
          </p:cNvPr>
          <p:cNvSpPr txBox="1"/>
          <p:nvPr/>
        </p:nvSpPr>
        <p:spPr>
          <a:xfrm>
            <a:off x="6599266" y="2948644"/>
            <a:ext cx="1455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Windows 10/11</a:t>
            </a:r>
            <a:endParaRPr lang="en-SG" sz="1200" b="1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C1C82FE-B392-2D09-F189-27AB4858D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242" y="2947575"/>
            <a:ext cx="390730" cy="367287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AD3FDF7-A861-0D5F-945A-EEBD753190F9}"/>
              </a:ext>
            </a:extLst>
          </p:cNvPr>
          <p:cNvSpPr txBox="1"/>
          <p:nvPr/>
        </p:nvSpPr>
        <p:spPr>
          <a:xfrm>
            <a:off x="6229992" y="3284510"/>
            <a:ext cx="13363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Network type : NAT</a:t>
            </a:r>
          </a:p>
          <a:p>
            <a:r>
              <a:rPr lang="en-US" sz="1050" dirty="0"/>
              <a:t>IP:192.168.10.13</a:t>
            </a:r>
            <a:endParaRPr lang="en-US" sz="900" dirty="0"/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5B75DDCC-87CC-4417-0E18-265108F524E0}"/>
              </a:ext>
            </a:extLst>
          </p:cNvPr>
          <p:cNvCxnSpPr>
            <a:stCxn id="51" idx="2"/>
            <a:endCxn id="8" idx="1"/>
          </p:cNvCxnSpPr>
          <p:nvPr/>
        </p:nvCxnSpPr>
        <p:spPr>
          <a:xfrm rot="16200000" flipH="1">
            <a:off x="3167936" y="3128910"/>
            <a:ext cx="487272" cy="171009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420ADE6B-3138-81FC-5043-E550A37FC2D9}"/>
              </a:ext>
            </a:extLst>
          </p:cNvPr>
          <p:cNvCxnSpPr>
            <a:cxnSpLocks/>
            <a:stCxn id="59" idx="2"/>
            <a:endCxn id="8" idx="3"/>
          </p:cNvCxnSpPr>
          <p:nvPr/>
        </p:nvCxnSpPr>
        <p:spPr>
          <a:xfrm rot="5400000">
            <a:off x="5835708" y="2857907"/>
            <a:ext cx="499185" cy="2240191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AEA9162-A38C-815B-877E-3C3C1A779ADE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615912" y="3709418"/>
            <a:ext cx="1" cy="3286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75AC03BB-C03A-E06F-0454-A98F097C04F1}"/>
              </a:ext>
            </a:extLst>
          </p:cNvPr>
          <p:cNvSpPr txBox="1"/>
          <p:nvPr/>
        </p:nvSpPr>
        <p:spPr>
          <a:xfrm>
            <a:off x="4874349" y="3771669"/>
            <a:ext cx="12609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Switch 1 </a:t>
            </a:r>
          </a:p>
          <a:p>
            <a:r>
              <a:rPr lang="en-US" sz="1100" dirty="0"/>
              <a:t>[192.168.10.1]</a:t>
            </a:r>
            <a:endParaRPr lang="en-SG" sz="1100" dirty="0"/>
          </a:p>
        </p:txBody>
      </p:sp>
    </p:spTree>
    <p:extLst>
      <p:ext uri="{BB962C8B-B14F-4D97-AF65-F5344CB8AC3E}">
        <p14:creationId xmlns:p14="http://schemas.microsoft.com/office/powerpoint/2010/main" val="3939293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C1479EF9-98A2-0897-1FD9-91FD0CDDD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857" y="1786143"/>
            <a:ext cx="5714286" cy="328571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E4B8583-CD36-6954-95CE-7EBF24F4F75E}"/>
              </a:ext>
            </a:extLst>
          </p:cNvPr>
          <p:cNvSpPr txBox="1"/>
          <p:nvPr/>
        </p:nvSpPr>
        <p:spPr>
          <a:xfrm>
            <a:off x="4708747" y="3605727"/>
            <a:ext cx="671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Base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E0B8DC0-8C0D-DE83-B22B-8A7D964C6369}"/>
              </a:ext>
            </a:extLst>
          </p:cNvPr>
          <p:cNvCxnSpPr>
            <a:cxnSpLocks/>
          </p:cNvCxnSpPr>
          <p:nvPr/>
        </p:nvCxnSpPr>
        <p:spPr>
          <a:xfrm>
            <a:off x="5255394" y="3753851"/>
            <a:ext cx="664143" cy="0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26503BB-4054-46B2-7478-9A99EE75498C}"/>
              </a:ext>
            </a:extLst>
          </p:cNvPr>
          <p:cNvCxnSpPr>
            <a:cxnSpLocks/>
          </p:cNvCxnSpPr>
          <p:nvPr/>
        </p:nvCxnSpPr>
        <p:spPr>
          <a:xfrm>
            <a:off x="5255393" y="2279582"/>
            <a:ext cx="664143" cy="0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C83260C-A36B-4133-A5A3-463B6096F416}"/>
              </a:ext>
            </a:extLst>
          </p:cNvPr>
          <p:cNvSpPr txBox="1"/>
          <p:nvPr/>
        </p:nvSpPr>
        <p:spPr>
          <a:xfrm>
            <a:off x="4412218" y="2139597"/>
            <a:ext cx="843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Shoulder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E481C4B-7C02-9C50-BDB0-4161B1744737}"/>
              </a:ext>
            </a:extLst>
          </p:cNvPr>
          <p:cNvCxnSpPr>
            <a:cxnSpLocks/>
          </p:cNvCxnSpPr>
          <p:nvPr/>
        </p:nvCxnSpPr>
        <p:spPr>
          <a:xfrm>
            <a:off x="6995480" y="2139597"/>
            <a:ext cx="0" cy="541853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578DB45-3877-F533-9D2F-FA41B8147973}"/>
              </a:ext>
            </a:extLst>
          </p:cNvPr>
          <p:cNvSpPr txBox="1"/>
          <p:nvPr/>
        </p:nvSpPr>
        <p:spPr>
          <a:xfrm>
            <a:off x="6652181" y="1862598"/>
            <a:ext cx="843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Elbow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5626387-20C1-4B2B-ABAB-3A7EEF3AC6B0}"/>
              </a:ext>
            </a:extLst>
          </p:cNvPr>
          <p:cNvCxnSpPr>
            <a:cxnSpLocks/>
          </p:cNvCxnSpPr>
          <p:nvPr/>
        </p:nvCxnSpPr>
        <p:spPr>
          <a:xfrm>
            <a:off x="7650800" y="2278096"/>
            <a:ext cx="0" cy="403353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7B7A784-633F-D793-564C-BDDD6CCF59C4}"/>
              </a:ext>
            </a:extLst>
          </p:cNvPr>
          <p:cNvSpPr txBox="1"/>
          <p:nvPr/>
        </p:nvSpPr>
        <p:spPr>
          <a:xfrm>
            <a:off x="7381074" y="1939053"/>
            <a:ext cx="843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Wrist</a:t>
            </a:r>
            <a:endParaRPr lang="en-SG" sz="1200" b="1" dirty="0">
              <a:solidFill>
                <a:schemeClr val="bg1"/>
              </a:solidFill>
            </a:endParaRPr>
          </a:p>
        </p:txBody>
      </p:sp>
      <p:sp>
        <p:nvSpPr>
          <p:cNvPr id="46" name="Rectangle 1">
            <a:extLst>
              <a:ext uri="{FF2B5EF4-FFF2-40B4-BE49-F238E27FC236}">
                <a16:creationId xmlns:a16="http://schemas.microsoft.com/office/drawing/2014/main" id="{3301A447-A57A-24F4-A81F-E06EF5B47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Wrist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5C20ED9-832C-41C5-8935-A9AF10646B7E}"/>
              </a:ext>
            </a:extLst>
          </p:cNvPr>
          <p:cNvCxnSpPr>
            <a:cxnSpLocks/>
          </p:cNvCxnSpPr>
          <p:nvPr/>
        </p:nvCxnSpPr>
        <p:spPr>
          <a:xfrm flipH="1">
            <a:off x="8209329" y="2278096"/>
            <a:ext cx="0" cy="334103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884BC25-3ABB-39D8-920F-0ED450C2F8FB}"/>
              </a:ext>
            </a:extLst>
          </p:cNvPr>
          <p:cNvSpPr txBox="1"/>
          <p:nvPr/>
        </p:nvSpPr>
        <p:spPr>
          <a:xfrm>
            <a:off x="8016040" y="1970075"/>
            <a:ext cx="843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Gripper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18FB9DC-1881-19AA-6817-ECAD6BE0CDB3}"/>
              </a:ext>
            </a:extLst>
          </p:cNvPr>
          <p:cNvCxnSpPr>
            <a:cxnSpLocks/>
          </p:cNvCxnSpPr>
          <p:nvPr/>
        </p:nvCxnSpPr>
        <p:spPr>
          <a:xfrm flipV="1">
            <a:off x="7807593" y="3289651"/>
            <a:ext cx="0" cy="413778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E6CCC62-7DF1-AEF9-5080-FA36CCB40341}"/>
              </a:ext>
            </a:extLst>
          </p:cNvPr>
          <p:cNvSpPr txBox="1"/>
          <p:nvPr/>
        </p:nvSpPr>
        <p:spPr>
          <a:xfrm>
            <a:off x="7594452" y="3703429"/>
            <a:ext cx="1264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Gripper Finger</a:t>
            </a:r>
            <a:endParaRPr lang="en-SG" sz="1200" b="1" dirty="0">
              <a:solidFill>
                <a:schemeClr val="bg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81FF71B-80D9-75E1-B996-7C9BD38BC11B}"/>
              </a:ext>
            </a:extLst>
          </p:cNvPr>
          <p:cNvCxnSpPr>
            <a:cxnSpLocks/>
          </p:cNvCxnSpPr>
          <p:nvPr/>
        </p:nvCxnSpPr>
        <p:spPr>
          <a:xfrm>
            <a:off x="5157216" y="4490185"/>
            <a:ext cx="223307" cy="277746"/>
          </a:xfrm>
          <a:prstGeom prst="straightConnector1">
            <a:avLst/>
          </a:prstGeom>
          <a:ln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B6663DC-717C-0689-A00A-46D407E8DCE7}"/>
              </a:ext>
            </a:extLst>
          </p:cNvPr>
          <p:cNvSpPr txBox="1"/>
          <p:nvPr/>
        </p:nvSpPr>
        <p:spPr>
          <a:xfrm>
            <a:off x="3858835" y="4351686"/>
            <a:ext cx="1521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Max Touch Range</a:t>
            </a:r>
            <a:endParaRPr lang="en-SG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831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</TotalTime>
  <Words>917</Words>
  <Application>Microsoft Office PowerPoint</Application>
  <PresentationFormat>Widescreen</PresentationFormat>
  <Paragraphs>200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37</cp:revision>
  <dcterms:created xsi:type="dcterms:W3CDTF">2026-02-24T06:43:55Z</dcterms:created>
  <dcterms:modified xsi:type="dcterms:W3CDTF">2026-02-27T09:29:40Z</dcterms:modified>
</cp:coreProperties>
</file>