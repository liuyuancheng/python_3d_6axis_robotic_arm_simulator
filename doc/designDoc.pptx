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8" r:id="rId3"/>
    <p:sldId id="269" r:id="rId4"/>
    <p:sldId id="270" r:id="rId5"/>
    <p:sldId id="271" r:id="rId6"/>
    <p:sldId id="272" r:id="rId7"/>
    <p:sldId id="27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749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EF860B-89A1-6B3A-95C6-5F4BEA68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032" y="787160"/>
            <a:ext cx="9400954" cy="52403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EA8787-EB1E-9346-BF2C-93310596E088}"/>
              </a:ext>
            </a:extLst>
          </p:cNvPr>
          <p:cNvCxnSpPr>
            <a:cxnSpLocks/>
          </p:cNvCxnSpPr>
          <p:nvPr/>
        </p:nvCxnSpPr>
        <p:spPr>
          <a:xfrm>
            <a:off x="1755648" y="658368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B6E66E-7652-F43E-1976-D5EBD338050C}"/>
              </a:ext>
            </a:extLst>
          </p:cNvPr>
          <p:cNvSpPr txBox="1"/>
          <p:nvPr/>
        </p:nvSpPr>
        <p:spPr>
          <a:xfrm>
            <a:off x="1203534" y="261099"/>
            <a:ext cx="150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 PLC Connection Protocol Selection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6C0DF-B8BA-99B5-FA05-1F024EDBA19B}"/>
              </a:ext>
            </a:extLst>
          </p:cNvPr>
          <p:cNvSpPr txBox="1"/>
          <p:nvPr/>
        </p:nvSpPr>
        <p:spPr>
          <a:xfrm>
            <a:off x="2782398" y="254458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Connection State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38BA28-41EC-A6E4-94A4-B7AE218E3C44}"/>
              </a:ext>
            </a:extLst>
          </p:cNvPr>
          <p:cNvCxnSpPr>
            <a:cxnSpLocks/>
          </p:cNvCxnSpPr>
          <p:nvPr/>
        </p:nvCxnSpPr>
        <p:spPr>
          <a:xfrm>
            <a:off x="2959608" y="655061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F94A51A-9919-BBE5-FF3C-9A392D776300}"/>
              </a:ext>
            </a:extLst>
          </p:cNvPr>
          <p:cNvCxnSpPr>
            <a:cxnSpLocks/>
          </p:cNvCxnSpPr>
          <p:nvPr/>
        </p:nvCxnSpPr>
        <p:spPr>
          <a:xfrm>
            <a:off x="5041392" y="65506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C4FA61-C2B9-C028-0074-EBF95C9005DB}"/>
              </a:ext>
            </a:extLst>
          </p:cNvPr>
          <p:cNvSpPr txBox="1"/>
          <p:nvPr/>
        </p:nvSpPr>
        <p:spPr>
          <a:xfrm>
            <a:off x="4626650" y="233899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 X-Y Projection display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20E3E-1C6B-26B3-453D-E37C576B95DE}"/>
              </a:ext>
            </a:extLst>
          </p:cNvPr>
          <p:cNvSpPr txBox="1"/>
          <p:nvPr/>
        </p:nvSpPr>
        <p:spPr>
          <a:xfrm>
            <a:off x="6973573" y="233897"/>
            <a:ext cx="1793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Joint sensor and motor angle display panel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A730D6-BF3D-E1B2-E0B6-B28E5D794949}"/>
              </a:ext>
            </a:extLst>
          </p:cNvPr>
          <p:cNvCxnSpPr>
            <a:cxnSpLocks/>
          </p:cNvCxnSpPr>
          <p:nvPr/>
        </p:nvCxnSpPr>
        <p:spPr>
          <a:xfrm>
            <a:off x="7607808" y="70318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2A9E5F-D0E9-B8B1-7C69-F4F681925A44}"/>
              </a:ext>
            </a:extLst>
          </p:cNvPr>
          <p:cNvCxnSpPr>
            <a:cxnSpLocks/>
          </p:cNvCxnSpPr>
          <p:nvPr/>
        </p:nvCxnSpPr>
        <p:spPr>
          <a:xfrm>
            <a:off x="9927336" y="655060"/>
            <a:ext cx="0" cy="246304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80A5A1-0C75-AA3B-0FC7-C5BD22C0CFE1}"/>
              </a:ext>
            </a:extLst>
          </p:cNvPr>
          <p:cNvSpPr txBox="1"/>
          <p:nvPr/>
        </p:nvSpPr>
        <p:spPr>
          <a:xfrm>
            <a:off x="9200830" y="233898"/>
            <a:ext cx="145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Servo motor control slider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6DA94B-F54B-60DC-C108-9A81481A976C}"/>
              </a:ext>
            </a:extLst>
          </p:cNvPr>
          <p:cNvCxnSpPr>
            <a:cxnSpLocks/>
          </p:cNvCxnSpPr>
          <p:nvPr/>
        </p:nvCxnSpPr>
        <p:spPr>
          <a:xfrm flipV="1">
            <a:off x="6452616" y="4769602"/>
            <a:ext cx="0" cy="143917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C130B1E-C056-1CD9-839C-D07A2444AB60}"/>
              </a:ext>
            </a:extLst>
          </p:cNvPr>
          <p:cNvSpPr txBox="1"/>
          <p:nvPr/>
        </p:nvSpPr>
        <p:spPr>
          <a:xfrm>
            <a:off x="6138440" y="6163056"/>
            <a:ext cx="193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Sensor Angle data [Green]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D9F6816-D589-3A02-4608-3FF893C3F413}"/>
              </a:ext>
            </a:extLst>
          </p:cNvPr>
          <p:cNvCxnSpPr>
            <a:cxnSpLocks/>
          </p:cNvCxnSpPr>
          <p:nvPr/>
        </p:nvCxnSpPr>
        <p:spPr>
          <a:xfrm flipV="1">
            <a:off x="10003536" y="4588334"/>
            <a:ext cx="0" cy="1574722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9878D25-0514-D9BF-3659-F559022734A3}"/>
              </a:ext>
            </a:extLst>
          </p:cNvPr>
          <p:cNvSpPr txBox="1"/>
          <p:nvPr/>
        </p:nvSpPr>
        <p:spPr>
          <a:xfrm>
            <a:off x="8388328" y="6163056"/>
            <a:ext cx="217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 Motor Target Angle data [Yellow 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4D50007-6A78-72B4-2078-4B5C41F037D5}"/>
              </a:ext>
            </a:extLst>
          </p:cNvPr>
          <p:cNvCxnSpPr>
            <a:cxnSpLocks/>
          </p:cNvCxnSpPr>
          <p:nvPr/>
        </p:nvCxnSpPr>
        <p:spPr>
          <a:xfrm>
            <a:off x="3678936" y="3118104"/>
            <a:ext cx="0" cy="80668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2C8725-CB38-59DF-19E7-43937435ED05}"/>
              </a:ext>
            </a:extLst>
          </p:cNvPr>
          <p:cNvSpPr txBox="1"/>
          <p:nvPr/>
        </p:nvSpPr>
        <p:spPr>
          <a:xfrm>
            <a:off x="3540039" y="2841105"/>
            <a:ext cx="1606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EC2439-B5A1-0741-5743-C912D1590CD6}"/>
              </a:ext>
            </a:extLst>
          </p:cNvPr>
          <p:cNvCxnSpPr>
            <a:cxnSpLocks/>
          </p:cNvCxnSpPr>
          <p:nvPr/>
        </p:nvCxnSpPr>
        <p:spPr>
          <a:xfrm flipV="1">
            <a:off x="1755648" y="5735906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F5F257-527F-0893-3C04-F8A4047DA3B2}"/>
              </a:ext>
            </a:extLst>
          </p:cNvPr>
          <p:cNvSpPr txBox="1"/>
          <p:nvPr/>
        </p:nvSpPr>
        <p:spPr>
          <a:xfrm>
            <a:off x="1203534" y="6199632"/>
            <a:ext cx="1091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Reset Button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A1021A-F1A9-3C8E-2FFC-DB46EEA82D23}"/>
              </a:ext>
            </a:extLst>
          </p:cNvPr>
          <p:cNvCxnSpPr>
            <a:cxnSpLocks/>
          </p:cNvCxnSpPr>
          <p:nvPr/>
        </p:nvCxnSpPr>
        <p:spPr>
          <a:xfrm flipV="1">
            <a:off x="2959608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8B0FE01-33AC-8CC3-A695-09A90EE73C78}"/>
              </a:ext>
            </a:extLst>
          </p:cNvPr>
          <p:cNvSpPr txBox="1"/>
          <p:nvPr/>
        </p:nvSpPr>
        <p:spPr>
          <a:xfrm>
            <a:off x="2706624" y="6199632"/>
            <a:ext cx="2505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Robot Arm Action Sequence load and execution control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09ACEA-35B4-9CE1-6345-920153FF9D36}"/>
              </a:ext>
            </a:extLst>
          </p:cNvPr>
          <p:cNvCxnSpPr>
            <a:cxnSpLocks/>
          </p:cNvCxnSpPr>
          <p:nvPr/>
        </p:nvCxnSpPr>
        <p:spPr>
          <a:xfrm flipV="1">
            <a:off x="3678936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317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0A14D-4E0D-83AE-C2CF-46217B3EA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37" t="31418"/>
          <a:stretch>
            <a:fillRect/>
          </a:stretch>
        </p:blipFill>
        <p:spPr>
          <a:xfrm>
            <a:off x="329183" y="1600200"/>
            <a:ext cx="3000207" cy="260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191A2D-0C98-4889-1339-317EF333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454"/>
          <a:stretch>
            <a:fillRect/>
          </a:stretch>
        </p:blipFill>
        <p:spPr>
          <a:xfrm>
            <a:off x="3796569" y="396080"/>
            <a:ext cx="4035989" cy="516642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9488DE-8A65-B166-9BDA-36B1AD7DBDD0}"/>
              </a:ext>
            </a:extLst>
          </p:cNvPr>
          <p:cNvSpPr/>
          <p:nvPr/>
        </p:nvSpPr>
        <p:spPr>
          <a:xfrm>
            <a:off x="1697300" y="3078401"/>
            <a:ext cx="548640" cy="64008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5B9C546-94FD-0C53-E6B2-896276E3517B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3983223" y="1706877"/>
            <a:ext cx="158575" cy="4181781"/>
          </a:xfrm>
          <a:prstGeom prst="bentConnector3">
            <a:avLst>
              <a:gd name="adj1" fmla="val 440215"/>
            </a:avLst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5864-4B78-0CF7-05CD-9961548F039B}"/>
              </a:ext>
            </a:extLst>
          </p:cNvPr>
          <p:cNvSpPr/>
          <p:nvPr/>
        </p:nvSpPr>
        <p:spPr>
          <a:xfrm>
            <a:off x="5943599" y="3374134"/>
            <a:ext cx="419603" cy="502922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BDB773-E392-E758-42C9-FE5CA3AF3CE0}"/>
              </a:ext>
            </a:extLst>
          </p:cNvPr>
          <p:cNvCxnSpPr/>
          <p:nvPr/>
        </p:nvCxnSpPr>
        <p:spPr>
          <a:xfrm>
            <a:off x="5733288" y="2962656"/>
            <a:ext cx="0" cy="145389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0317F4-227B-6379-F447-D1B784B93D69}"/>
              </a:ext>
            </a:extLst>
          </p:cNvPr>
          <p:cNvCxnSpPr>
            <a:cxnSpLocks/>
          </p:cNvCxnSpPr>
          <p:nvPr/>
        </p:nvCxnSpPr>
        <p:spPr>
          <a:xfrm>
            <a:off x="5733288" y="2962656"/>
            <a:ext cx="320039" cy="5852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71ABF840-9F4D-310F-B62C-F673631D36A2}"/>
              </a:ext>
            </a:extLst>
          </p:cNvPr>
          <p:cNvCxnSpPr/>
          <p:nvPr/>
        </p:nvCxnSpPr>
        <p:spPr>
          <a:xfrm rot="5400000">
            <a:off x="5701283" y="3397535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6199C28-F69E-2CD8-3C7F-91A1988CF489}"/>
              </a:ext>
            </a:extLst>
          </p:cNvPr>
          <p:cNvSpPr txBox="1"/>
          <p:nvPr/>
        </p:nvSpPr>
        <p:spPr>
          <a:xfrm>
            <a:off x="4164387" y="2866751"/>
            <a:ext cx="120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60F911F-D169-3F47-57BD-37E9E8F2C8C8}"/>
              </a:ext>
            </a:extLst>
          </p:cNvPr>
          <p:cNvCxnSpPr>
            <a:cxnSpLocks/>
            <a:stCxn id="24" idx="2"/>
          </p:cNvCxnSpPr>
          <p:nvPr/>
        </p:nvCxnSpPr>
        <p:spPr>
          <a:xfrm rot="16200000" flipH="1">
            <a:off x="5262765" y="2830580"/>
            <a:ext cx="87107" cy="1082778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FEC688-5DCC-812E-9661-D55FBC3B493F}"/>
              </a:ext>
            </a:extLst>
          </p:cNvPr>
          <p:cNvSpPr txBox="1"/>
          <p:nvPr/>
        </p:nvSpPr>
        <p:spPr>
          <a:xfrm>
            <a:off x="5943599" y="2728251"/>
            <a:ext cx="1201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distance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909729A-4025-2403-6407-22D9791DC64E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6141330" y="2748741"/>
            <a:ext cx="146303" cy="65932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660685A-2D2A-A761-ED41-7259F4F97509}"/>
              </a:ext>
            </a:extLst>
          </p:cNvPr>
          <p:cNvSpPr txBox="1"/>
          <p:nvPr/>
        </p:nvSpPr>
        <p:spPr>
          <a:xfrm>
            <a:off x="393498" y="4720639"/>
            <a:ext cx="3156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Axis-0: Base Rotation Angle =  arctan(y/x),  if x=0 and y &gt;0 : 90, if x=0 y&lt;0: -90.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</a:t>
            </a:r>
            <a:endParaRPr lang="en-SG" sz="12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6D16749-90D4-F25E-4942-486401022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2946" y="267152"/>
            <a:ext cx="3799765" cy="3132468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FC6D3D7-BC62-D816-502A-540ABFA40ECD}"/>
              </a:ext>
            </a:extLst>
          </p:cNvPr>
          <p:cNvCxnSpPr>
            <a:cxnSpLocks/>
            <a:stCxn id="30" idx="3"/>
            <a:endCxn id="41" idx="2"/>
          </p:cNvCxnSpPr>
          <p:nvPr/>
        </p:nvCxnSpPr>
        <p:spPr>
          <a:xfrm>
            <a:off x="7144682" y="2866751"/>
            <a:ext cx="2760544" cy="451486"/>
          </a:xfrm>
          <a:prstGeom prst="bentConnector4">
            <a:avLst>
              <a:gd name="adj1" fmla="val 35180"/>
              <a:gd name="adj2" fmla="val 143588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6A26307-241F-511B-A27C-052266017747}"/>
              </a:ext>
            </a:extLst>
          </p:cNvPr>
          <p:cNvSpPr/>
          <p:nvPr/>
        </p:nvSpPr>
        <p:spPr>
          <a:xfrm>
            <a:off x="9087025" y="2994209"/>
            <a:ext cx="1636401" cy="324028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DDE725-8924-1361-CC4B-C4712802A341}"/>
              </a:ext>
            </a:extLst>
          </p:cNvPr>
          <p:cNvSpPr txBox="1"/>
          <p:nvPr/>
        </p:nvSpPr>
        <p:spPr>
          <a:xfrm>
            <a:off x="8257076" y="3549938"/>
            <a:ext cx="3517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 = cos(theta1)*1.5</a:t>
            </a:r>
          </a:p>
          <a:p>
            <a:r>
              <a:rPr lang="en-US" sz="1200" b="1" dirty="0"/>
              <a:t>b = cos(theta1+theta2)*1</a:t>
            </a:r>
          </a:p>
          <a:p>
            <a:r>
              <a:rPr lang="en-US" sz="1200" b="1" dirty="0"/>
              <a:t>c = cos(theta1+theta2+theta3)*0.5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X-Axis Cube distance =  sqrt(x^2 + y^2) = a +b +c</a:t>
            </a:r>
          </a:p>
          <a:p>
            <a:endParaRPr lang="en-US" sz="1200" b="1" dirty="0"/>
          </a:p>
          <a:p>
            <a:r>
              <a:rPr lang="en-US" sz="1200" b="1" dirty="0"/>
              <a:t>d = sing(theta1)*1.5</a:t>
            </a:r>
          </a:p>
          <a:p>
            <a:r>
              <a:rPr lang="en-US" sz="1200" b="1" dirty="0"/>
              <a:t>e = sing(theta1+theta2)*1</a:t>
            </a:r>
          </a:p>
          <a:p>
            <a:r>
              <a:rPr lang="en-US" sz="1200" b="1" dirty="0"/>
              <a:t>f = sin(theta1+theta2+theta3)*0.5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Z-Axis distance =  2 = d +e +f </a:t>
            </a:r>
            <a:endParaRPr lang="en-SG" sz="1200" b="1" dirty="0"/>
          </a:p>
          <a:p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DA107B6-6603-F1CA-30C8-AEE671C62080}"/>
              </a:ext>
            </a:extLst>
          </p:cNvPr>
          <p:cNvCxnSpPr/>
          <p:nvPr/>
        </p:nvCxnSpPr>
        <p:spPr>
          <a:xfrm>
            <a:off x="10045726" y="1897917"/>
            <a:ext cx="0" cy="109415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2FB6BF-D5C0-8995-83D6-EFB91CCB955B}"/>
              </a:ext>
            </a:extLst>
          </p:cNvPr>
          <p:cNvCxnSpPr>
            <a:cxnSpLocks/>
          </p:cNvCxnSpPr>
          <p:nvPr/>
        </p:nvCxnSpPr>
        <p:spPr>
          <a:xfrm>
            <a:off x="10649712" y="2545417"/>
            <a:ext cx="0" cy="45983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3934530-9AC0-4232-3ED1-46188033A316}"/>
              </a:ext>
            </a:extLst>
          </p:cNvPr>
          <p:cNvSpPr txBox="1"/>
          <p:nvPr/>
        </p:nvSpPr>
        <p:spPr>
          <a:xfrm>
            <a:off x="9375745" y="2493590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7A0ED9-0237-4210-3404-1E87FD3AB122}"/>
              </a:ext>
            </a:extLst>
          </p:cNvPr>
          <p:cNvCxnSpPr>
            <a:cxnSpLocks/>
          </p:cNvCxnSpPr>
          <p:nvPr/>
        </p:nvCxnSpPr>
        <p:spPr>
          <a:xfrm>
            <a:off x="9045472" y="2851972"/>
            <a:ext cx="910705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6A9953B-7EA4-4259-932E-7AEDD4BD53C6}"/>
              </a:ext>
            </a:extLst>
          </p:cNvPr>
          <p:cNvCxnSpPr>
            <a:cxnSpLocks/>
          </p:cNvCxnSpPr>
          <p:nvPr/>
        </p:nvCxnSpPr>
        <p:spPr>
          <a:xfrm>
            <a:off x="10045726" y="2854932"/>
            <a:ext cx="517216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4447B7B-1CE6-0C58-A126-D9CCE0B53341}"/>
              </a:ext>
            </a:extLst>
          </p:cNvPr>
          <p:cNvSpPr txBox="1"/>
          <p:nvPr/>
        </p:nvSpPr>
        <p:spPr>
          <a:xfrm>
            <a:off x="10110228" y="2538727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8CC4177-2F3C-05FD-6574-09CFE9243885}"/>
              </a:ext>
            </a:extLst>
          </p:cNvPr>
          <p:cNvCxnSpPr>
            <a:cxnSpLocks/>
          </p:cNvCxnSpPr>
          <p:nvPr/>
        </p:nvCxnSpPr>
        <p:spPr>
          <a:xfrm>
            <a:off x="10723426" y="2832509"/>
            <a:ext cx="267662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F4A9C27-8C9A-A7A6-C857-3E713A3BEDE5}"/>
              </a:ext>
            </a:extLst>
          </p:cNvPr>
          <p:cNvSpPr txBox="1"/>
          <p:nvPr/>
        </p:nvSpPr>
        <p:spPr>
          <a:xfrm>
            <a:off x="10736483" y="2497861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A4FB0B2-5966-89DA-3AF4-DED50E12CEFF}"/>
              </a:ext>
            </a:extLst>
          </p:cNvPr>
          <p:cNvCxnSpPr>
            <a:cxnSpLocks/>
          </p:cNvCxnSpPr>
          <p:nvPr/>
        </p:nvCxnSpPr>
        <p:spPr>
          <a:xfrm flipH="1">
            <a:off x="8653835" y="1895882"/>
            <a:ext cx="1406182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931E2-54BB-B641-8663-1230393E5C6A}"/>
              </a:ext>
            </a:extLst>
          </p:cNvPr>
          <p:cNvCxnSpPr>
            <a:cxnSpLocks/>
          </p:cNvCxnSpPr>
          <p:nvPr/>
        </p:nvCxnSpPr>
        <p:spPr>
          <a:xfrm flipH="1">
            <a:off x="8627420" y="2428419"/>
            <a:ext cx="1970851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51A099-4444-A739-370D-3890A0F489E2}"/>
              </a:ext>
            </a:extLst>
          </p:cNvPr>
          <p:cNvCxnSpPr>
            <a:cxnSpLocks/>
          </p:cNvCxnSpPr>
          <p:nvPr/>
        </p:nvCxnSpPr>
        <p:spPr>
          <a:xfrm>
            <a:off x="8669737" y="1390577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E3D2172-86AA-6A3C-4EF0-774798CC37AB}"/>
              </a:ext>
            </a:extLst>
          </p:cNvPr>
          <p:cNvSpPr txBox="1"/>
          <p:nvPr/>
        </p:nvSpPr>
        <p:spPr>
          <a:xfrm>
            <a:off x="8379016" y="151716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FCE43D-D743-93F7-27C6-95EB30DD5E33}"/>
              </a:ext>
            </a:extLst>
          </p:cNvPr>
          <p:cNvCxnSpPr>
            <a:cxnSpLocks/>
          </p:cNvCxnSpPr>
          <p:nvPr/>
        </p:nvCxnSpPr>
        <p:spPr>
          <a:xfrm>
            <a:off x="8684149" y="1925488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1786D2-1F4F-2251-8E6C-F0D03CC2A65B}"/>
              </a:ext>
            </a:extLst>
          </p:cNvPr>
          <p:cNvSpPr txBox="1"/>
          <p:nvPr/>
        </p:nvSpPr>
        <p:spPr>
          <a:xfrm>
            <a:off x="8372479" y="205094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49B8B2-FD85-5778-AFD9-94BFC5B3854A}"/>
              </a:ext>
            </a:extLst>
          </p:cNvPr>
          <p:cNvCxnSpPr>
            <a:cxnSpLocks/>
          </p:cNvCxnSpPr>
          <p:nvPr/>
        </p:nvCxnSpPr>
        <p:spPr>
          <a:xfrm>
            <a:off x="8684149" y="2480730"/>
            <a:ext cx="0" cy="4563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7977AC6-F5FD-CCC9-9E18-80CCB6CCD221}"/>
              </a:ext>
            </a:extLst>
          </p:cNvPr>
          <p:cNvSpPr txBox="1"/>
          <p:nvPr/>
        </p:nvSpPr>
        <p:spPr>
          <a:xfrm>
            <a:off x="8433883" y="2577933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F792D-9737-28DA-7447-D82A1526CC9C}"/>
              </a:ext>
            </a:extLst>
          </p:cNvPr>
          <p:cNvSpPr txBox="1"/>
          <p:nvPr/>
        </p:nvSpPr>
        <p:spPr>
          <a:xfrm>
            <a:off x="329183" y="341241"/>
            <a:ext cx="3517883" cy="117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theta0:  Base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theta1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: Shoulder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theta2 : Elbow motor rotation angle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theta3: Wrist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motor rotation angle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3EACD7-AF5A-EBC3-CE2E-B843DE2E705C}"/>
              </a:ext>
            </a:extLst>
          </p:cNvPr>
          <p:cNvSpPr/>
          <p:nvPr/>
        </p:nvSpPr>
        <p:spPr>
          <a:xfrm>
            <a:off x="246490" y="267152"/>
            <a:ext cx="11807687" cy="544983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4467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E6B5CA-6FCB-02AF-4C92-9DCF76CD5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397" y="1231629"/>
            <a:ext cx="5506107" cy="443147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66A77-4E6B-C8EC-CF7E-6EE142C92FF2}"/>
              </a:ext>
            </a:extLst>
          </p:cNvPr>
          <p:cNvCxnSpPr/>
          <p:nvPr/>
        </p:nvCxnSpPr>
        <p:spPr>
          <a:xfrm>
            <a:off x="2532888" y="2697480"/>
            <a:ext cx="2395728" cy="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64C10687-2A29-19AC-D5B7-AE588E79C6E1}"/>
              </a:ext>
            </a:extLst>
          </p:cNvPr>
          <p:cNvCxnSpPr/>
          <p:nvPr/>
        </p:nvCxnSpPr>
        <p:spPr>
          <a:xfrm rot="5400000">
            <a:off x="3525550" y="2766598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B3A48-643C-36D4-295B-BD1C11A51ED0}"/>
              </a:ext>
            </a:extLst>
          </p:cNvPr>
          <p:cNvCxnSpPr>
            <a:cxnSpLocks/>
          </p:cNvCxnSpPr>
          <p:nvPr/>
        </p:nvCxnSpPr>
        <p:spPr>
          <a:xfrm>
            <a:off x="3054096" y="2084831"/>
            <a:ext cx="0" cy="14996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444556-4F4D-86E0-3BB0-4C7B74ECBC61}"/>
              </a:ext>
            </a:extLst>
          </p:cNvPr>
          <p:cNvCxnSpPr>
            <a:cxnSpLocks/>
          </p:cNvCxnSpPr>
          <p:nvPr/>
        </p:nvCxnSpPr>
        <p:spPr>
          <a:xfrm>
            <a:off x="4251960" y="3218688"/>
            <a:ext cx="1682496" cy="80467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951D2DE-3B96-2BC2-F9FE-DF2207092A06}"/>
              </a:ext>
            </a:extLst>
          </p:cNvPr>
          <p:cNvCxnSpPr>
            <a:cxnSpLocks/>
          </p:cNvCxnSpPr>
          <p:nvPr/>
        </p:nvCxnSpPr>
        <p:spPr>
          <a:xfrm flipV="1">
            <a:off x="4402126" y="2841635"/>
            <a:ext cx="612648" cy="121146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660476A-C42C-1300-8906-3B1C4D4F44C8}"/>
              </a:ext>
            </a:extLst>
          </p:cNvPr>
          <p:cNvCxnSpPr/>
          <p:nvPr/>
        </p:nvCxnSpPr>
        <p:spPr>
          <a:xfrm rot="5400000">
            <a:off x="5201371" y="3847896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6E3C07-2B82-479A-2F37-BA538EF7E9D8}"/>
              </a:ext>
            </a:extLst>
          </p:cNvPr>
          <p:cNvCxnSpPr>
            <a:cxnSpLocks/>
          </p:cNvCxnSpPr>
          <p:nvPr/>
        </p:nvCxnSpPr>
        <p:spPr>
          <a:xfrm flipV="1">
            <a:off x="5014774" y="4023360"/>
            <a:ext cx="1011122" cy="66751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EDEFBD-76B8-6B61-7B37-30A634802BDC}"/>
              </a:ext>
            </a:extLst>
          </p:cNvPr>
          <p:cNvCxnSpPr>
            <a:cxnSpLocks/>
          </p:cNvCxnSpPr>
          <p:nvPr/>
        </p:nvCxnSpPr>
        <p:spPr>
          <a:xfrm>
            <a:off x="5255670" y="3915937"/>
            <a:ext cx="998116" cy="1076687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5ED72C9-5CEE-1D54-5523-EAED0FC87A76}"/>
              </a:ext>
            </a:extLst>
          </p:cNvPr>
          <p:cNvCxnSpPr>
            <a:cxnSpLocks/>
          </p:cNvCxnSpPr>
          <p:nvPr/>
        </p:nvCxnSpPr>
        <p:spPr>
          <a:xfrm rot="5400000">
            <a:off x="5916743" y="4816010"/>
            <a:ext cx="194330" cy="15890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8EA5C38-C5FB-03C6-03E3-629755CA7737}"/>
              </a:ext>
            </a:extLst>
          </p:cNvPr>
          <p:cNvSpPr txBox="1"/>
          <p:nvPr/>
        </p:nvSpPr>
        <p:spPr>
          <a:xfrm>
            <a:off x="3903663" y="1858558"/>
            <a:ext cx="1502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motor Angle (x)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7FC9AD3-876B-2A16-3C50-06DE032AB45A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3940533" y="2126844"/>
            <a:ext cx="521207" cy="907965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69B4D5A-B652-595B-4E4A-D847A842AFB1}"/>
              </a:ext>
            </a:extLst>
          </p:cNvPr>
          <p:cNvCxnSpPr>
            <a:cxnSpLocks/>
            <a:stCxn id="58" idx="2"/>
          </p:cNvCxnSpPr>
          <p:nvPr/>
        </p:nvCxnSpPr>
        <p:spPr>
          <a:xfrm rot="5400000">
            <a:off x="5416289" y="3285686"/>
            <a:ext cx="537335" cy="68188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F872E2-D867-0F6D-A6CF-D7956EA7F204}"/>
              </a:ext>
            </a:extLst>
          </p:cNvPr>
          <p:cNvSpPr txBox="1"/>
          <p:nvPr/>
        </p:nvSpPr>
        <p:spPr>
          <a:xfrm>
            <a:off x="5383738" y="2896294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motor angle (y)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614081-73F7-A872-D15C-50DB3B16A81A}"/>
              </a:ext>
            </a:extLst>
          </p:cNvPr>
          <p:cNvSpPr txBox="1"/>
          <p:nvPr/>
        </p:nvSpPr>
        <p:spPr>
          <a:xfrm>
            <a:off x="6127009" y="4126283"/>
            <a:ext cx="1397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motor angle (z)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DA4E3D9-1C35-E1E5-6497-624166F9FE8C}"/>
              </a:ext>
            </a:extLst>
          </p:cNvPr>
          <p:cNvCxnSpPr>
            <a:cxnSpLocks/>
            <a:stCxn id="60" idx="2"/>
          </p:cNvCxnSpPr>
          <p:nvPr/>
        </p:nvCxnSpPr>
        <p:spPr>
          <a:xfrm rot="5400000">
            <a:off x="6239812" y="4374034"/>
            <a:ext cx="371832" cy="799660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8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2EB05E-1CFC-516A-0049-EA033874C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643" y="2075688"/>
            <a:ext cx="4622881" cy="29077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09031B-0A26-E10F-A497-0EBE18319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38"/>
          <a:stretch>
            <a:fillRect/>
          </a:stretch>
        </p:blipFill>
        <p:spPr>
          <a:xfrm>
            <a:off x="6050749" y="2075688"/>
            <a:ext cx="4329286" cy="290779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5A864E-BBAE-D70A-53CB-FA533A0EAE89}"/>
              </a:ext>
            </a:extLst>
          </p:cNvPr>
          <p:cNvSpPr txBox="1"/>
          <p:nvPr/>
        </p:nvSpPr>
        <p:spPr>
          <a:xfrm>
            <a:off x="1196929" y="1726053"/>
            <a:ext cx="38505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CISS 2024 Control The </a:t>
            </a:r>
            <a:r>
              <a:rPr lang="en-US" sz="1200" b="1" dirty="0" err="1"/>
              <a:t>Orthanc</a:t>
            </a:r>
            <a:r>
              <a:rPr lang="en-US" sz="1200" b="1" dirty="0"/>
              <a:t> Obstacles Challenge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1A782-342A-48CA-E058-F3C53DE1C760}"/>
              </a:ext>
            </a:extLst>
          </p:cNvPr>
          <p:cNvSpPr txBox="1"/>
          <p:nvPr/>
        </p:nvSpPr>
        <p:spPr>
          <a:xfrm>
            <a:off x="6005124" y="1726053"/>
            <a:ext cx="44205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/>
              <a:t>Deutschlands</a:t>
            </a:r>
            <a:r>
              <a:rPr lang="en-US" sz="1200" b="1" dirty="0"/>
              <a:t> Bester Hacker 2024 OT Challenge 1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89983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1194</TotalTime>
  <Words>654</Words>
  <Application>Microsoft Office PowerPoint</Application>
  <PresentationFormat>Widescreen</PresentationFormat>
  <Paragraphs>133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33</cp:revision>
  <dcterms:created xsi:type="dcterms:W3CDTF">2026-02-24T06:43:55Z</dcterms:created>
  <dcterms:modified xsi:type="dcterms:W3CDTF">2026-02-27T06:16:49Z</dcterms:modified>
</cp:coreProperties>
</file>